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559" autoAdjust="0"/>
    <p:restoredTop sz="94660"/>
  </p:normalViewPr>
  <p:slideViewPr>
    <p:cSldViewPr snapToGrid="0">
      <p:cViewPr>
        <p:scale>
          <a:sx n="200" d="100"/>
          <a:sy n="200" d="100"/>
        </p:scale>
        <p:origin x="-1099" y="-16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C25585-4F1C-465E-981B-2AF79FE95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ABD3AB3-4EBE-4FA1-BA66-8E7AC2314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BBD046-49CD-4E05-9346-C2F01E0B0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2744D-BF7B-4773-A5F8-C8775CFFAB45}" type="datetimeFigureOut">
              <a:rPr lang="fr-FR" smtClean="0"/>
              <a:t>16/05/2019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F3E049-09C5-42AF-9F8D-9CE5FEF0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6B47FA-809D-4000-95BE-A4070E8A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7540-AA9D-45E3-815E-BA3053B5EE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4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E1FDDA-F45A-4884-A2D0-3268DC6D9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8DF9D0-BF01-420A-B9FE-364DBD069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2E1570-2826-47CC-AEC2-EDC8FF382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2744D-BF7B-4773-A5F8-C8775CFFAB45}" type="datetimeFigureOut">
              <a:rPr lang="fr-FR" smtClean="0"/>
              <a:t>16/05/2019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4431DE-B17B-4EB8-9BA4-DB6BCDB5F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418268-1042-4BF6-8C90-DB466CF1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7540-AA9D-45E3-815E-BA3053B5EE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422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5F4B03-7F40-4031-B7F5-720B6CA9F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DB81E6-13E2-4935-95D3-A79FA8FE5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5D7326-D0D0-4A91-A50E-C00DDBDD7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2744D-BF7B-4773-A5F8-C8775CFFAB45}" type="datetimeFigureOut">
              <a:rPr lang="fr-FR" smtClean="0"/>
              <a:t>16/05/2019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79B239-8B84-4104-A756-D362B6FA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B6445A-B403-46CF-93FF-3550CBBE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7540-AA9D-45E3-815E-BA3053B5EE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001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90E1F2-E9DB-47F7-ABB0-4D397FC7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63B537-93E0-452D-BCCD-4B131FD80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95B9BD-A049-491B-9171-08752782A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7B9900-6B93-448B-94CA-732FC2CE5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2744D-BF7B-4773-A5F8-C8775CFFAB45}" type="datetimeFigureOut">
              <a:rPr lang="fr-FR" smtClean="0"/>
              <a:t>16/05/2019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CD00661-CC39-4BFE-B291-1DBF340F3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59AD5D-C517-4615-9DA4-F1610534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7540-AA9D-45E3-815E-BA3053B5EE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7487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CF7EEF-217B-427D-B6C7-AD3B9A6D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63D150-8315-4DB3-8D50-40F98C15E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1189AE-8F74-466D-83D5-C4DCAB67A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E1775A1-E8F6-4776-BE20-7016A162C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0F51289-640C-4A5A-AD13-F477F3B57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48D6391-FD7C-4018-A02C-57C0F783B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2744D-BF7B-4773-A5F8-C8775CFFAB45}" type="datetimeFigureOut">
              <a:rPr lang="fr-FR" smtClean="0"/>
              <a:t>16/05/2019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520422C-FDDE-4AEB-A9F7-627F686E5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84FD623-47C4-4DDC-8CA6-C858AE3B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7540-AA9D-45E3-815E-BA3053B5EE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751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4DDF54-A979-4817-A4C2-3DF8A3850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405559E-4179-4FD1-87BC-1FE1EA2D1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2744D-BF7B-4773-A5F8-C8775CFFAB45}" type="datetimeFigureOut">
              <a:rPr lang="fr-FR" smtClean="0"/>
              <a:t>16/05/2019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EAD5B07-36BB-4218-958A-1D05891FB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16D61D4-5BEB-4209-941A-CCC7E45C4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7540-AA9D-45E3-815E-BA3053B5EE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237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11CA642-4EDA-4561-920A-E72C0A729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2744D-BF7B-4773-A5F8-C8775CFFAB45}" type="datetimeFigureOut">
              <a:rPr lang="fr-FR" smtClean="0"/>
              <a:t>16/05/2019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9E85165-D2F9-4597-9988-3DA4B35E5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77EE14-B497-458D-B3A7-85F35AB5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7540-AA9D-45E3-815E-BA3053B5EE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8262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E62A4B-4F35-4015-B3A8-A5CDEC65A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EB7984-0024-4509-9FE4-4D0871554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5A116FC-C9C5-4C88-B208-9D63448F9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5A5834C-353F-4D19-A383-9E20AAB4A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2744D-BF7B-4773-A5F8-C8775CFFAB45}" type="datetimeFigureOut">
              <a:rPr lang="fr-FR" smtClean="0"/>
              <a:t>16/05/2019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79704A-6403-48CD-98B5-9D16F984A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0F4890-BA4C-4D2B-8330-BC847AE5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7540-AA9D-45E3-815E-BA3053B5EE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2135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3A8C45-4D12-4B01-A929-B9182EAB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4FA33FC-207A-4769-AF3C-8F8F21115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78E8A3-0135-4FB7-9EDB-4CB97EE08A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12F65B-0B16-44A1-A07D-85F706396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2744D-BF7B-4773-A5F8-C8775CFFAB45}" type="datetimeFigureOut">
              <a:rPr lang="fr-FR" smtClean="0"/>
              <a:t>16/05/2019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664F8EB-42B3-4AAE-982D-6A672012F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A1DF1E-0DA2-4459-8B9D-7A70765B4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7540-AA9D-45E3-815E-BA3053B5EE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2363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5F2244-1085-4C0D-80F6-3BAA3423E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D2EDB8B-7E00-48B1-89DA-C44E85F4C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E74C86-6D11-46F7-87AA-9D0A79A04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2744D-BF7B-4773-A5F8-C8775CFFAB45}" type="datetimeFigureOut">
              <a:rPr lang="fr-FR" smtClean="0"/>
              <a:t>16/05/2019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904F4B-048E-4E94-A434-269721D49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12BC5B-B21E-4D9C-A88A-B0C118FA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7540-AA9D-45E3-815E-BA3053B5EE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790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FD861B3-967F-4699-B732-83B77A1F2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B24E67B-E0FB-4FB5-9A1D-0A78B70D7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629837-F6BD-4B5A-AB79-8CE30720D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2744D-BF7B-4773-A5F8-C8775CFFAB45}" type="datetimeFigureOut">
              <a:rPr lang="fr-FR" smtClean="0"/>
              <a:t>16/05/2019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327E0E-B538-4364-BD77-F46661081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CCB85A-495E-4F84-89CF-3081D5899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E7540-AA9D-45E3-815E-BA3053B5EE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5809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DDF3353-995F-4C99-8F10-0DBDBCCAD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DD9768-3C55-42EB-AA66-A8E4BACA5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18D8BE-8DC2-4A1E-91BB-04C2E9B399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2744D-BF7B-4773-A5F8-C8775CFFAB45}" type="datetimeFigureOut">
              <a:rPr lang="fr-FR" smtClean="0"/>
              <a:t>16/05/2019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1A5CE5-4068-4C56-8DBE-68F26107E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BC8659-BCAA-44BC-A8E7-8017A61EE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E7540-AA9D-45E3-815E-BA3053B5EE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278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7" name="Image 1">
            <a:extLst>
              <a:ext uri="{FF2B5EF4-FFF2-40B4-BE49-F238E27FC236}">
                <a16:creationId xmlns:a16="http://schemas.microsoft.com/office/drawing/2014/main" id="{20D05CA6-1D99-4FC8-8338-5B7FAD753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5E172C3F-741C-43E4-A98D-00421326D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6430" y="1201115"/>
            <a:ext cx="5083449" cy="6762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path path="rect">
              <a:fillToRect l="50000" t="50000" r="50000" b="50000"/>
            </a:path>
          </a:gradFill>
          <a:ln w="0">
            <a:solidFill>
              <a:srgbClr val="808080"/>
            </a:solidFill>
            <a:miter lim="800000"/>
            <a:headEnd/>
            <a:tailEnd/>
          </a:ln>
        </p:spPr>
        <p:txBody>
          <a:bodyPr vert="horz" wrap="none" lIns="90000" tIns="45000" rIns="90000" bIns="45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 Contest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Un Robot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intéligent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5D16E5-373E-409D-A4BD-B7C0E869E11A}"/>
              </a:ext>
            </a:extLst>
          </p:cNvPr>
          <p:cNvSpPr/>
          <p:nvPr/>
        </p:nvSpPr>
        <p:spPr>
          <a:xfrm>
            <a:off x="358088" y="1223587"/>
            <a:ext cx="2910254" cy="1310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Description générale du projet</a:t>
            </a:r>
          </a:p>
          <a:p>
            <a:pPr algn="ctr"/>
            <a:r>
              <a:rPr lang="fr-FR" dirty="0"/>
              <a:t>Récupérer/améliorer/</a:t>
            </a:r>
          </a:p>
          <a:p>
            <a:pPr algn="ctr"/>
            <a:r>
              <a:rPr lang="fr-FR" dirty="0" err="1"/>
              <a:t>transmetre</a:t>
            </a:r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1F9FB3-ACC7-4687-BF43-F66BA856A4B9}"/>
              </a:ext>
            </a:extLst>
          </p:cNvPr>
          <p:cNvSpPr/>
          <p:nvPr/>
        </p:nvSpPr>
        <p:spPr>
          <a:xfrm>
            <a:off x="358088" y="4441611"/>
            <a:ext cx="2910254" cy="1673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/>
              <a:t>Les objectifs: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/>
              <a:t>Réaliser un robot afin de participer au concoure NI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/>
              <a:t>Apporter une plu valu a l’école durant les JPO en exposant la dimension ludique d’un projet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/>
              <a:t>Réaliser une documentation concise et détaillé pour assurer la pérennité du projet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7C4050-23A2-4114-9D67-4391F2E65808}"/>
              </a:ext>
            </a:extLst>
          </p:cNvPr>
          <p:cNvSpPr/>
          <p:nvPr/>
        </p:nvSpPr>
        <p:spPr>
          <a:xfrm>
            <a:off x="9009627" y="5029200"/>
            <a:ext cx="2910254" cy="10858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Objectif pour le future</a:t>
            </a:r>
          </a:p>
          <a:p>
            <a:pPr algn="ctr"/>
            <a:r>
              <a:rPr lang="fr-FR" dirty="0"/>
              <a:t>Robot en constante évolution </a:t>
            </a:r>
          </a:p>
          <a:p>
            <a:pPr algn="ctr"/>
            <a:r>
              <a:rPr lang="fr-FR" dirty="0" err="1"/>
              <a:t>Platforme</a:t>
            </a:r>
            <a:r>
              <a:rPr lang="fr-FR" dirty="0"/>
              <a:t> d’apprentissage 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CA69AB27-E086-488C-AA76-F40BEAE9E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2867" y="5169879"/>
            <a:ext cx="1640162" cy="952742"/>
          </a:xfrm>
          <a:prstGeom prst="rect">
            <a:avLst/>
          </a:prstGeom>
          <a:solidFill>
            <a:srgbClr val="CFE7F5"/>
          </a:solidFill>
          <a:ln w="0">
            <a:solidFill>
              <a:srgbClr val="808080"/>
            </a:solidFill>
            <a:miter lim="800000"/>
            <a:headEnd/>
            <a:tailEnd/>
          </a:ln>
        </p:spPr>
        <p:txBody>
          <a:bodyPr vert="horz" wrap="none" lIns="90000" tIns="45000" rIns="90000" bIns="45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Labview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100" dirty="0">
                <a:latin typeface="Calibri" panose="020F0502020204030204" pitchFamily="34" charset="0"/>
                <a:cs typeface="Times New Roman" panose="02020603050405020304" pitchFamily="18" charset="0"/>
              </a:rPr>
              <a:t>RT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DF08D9-1CBB-4F38-8A1E-E67BA11D9158}"/>
              </a:ext>
            </a:extLst>
          </p:cNvPr>
          <p:cNvSpPr/>
          <p:nvPr/>
        </p:nvSpPr>
        <p:spPr>
          <a:xfrm>
            <a:off x="3619065" y="4381780"/>
            <a:ext cx="5098352" cy="676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Support de travail</a:t>
            </a: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4A4B8496-8346-43B1-953E-E6C4914B7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717" y="5169879"/>
            <a:ext cx="1640162" cy="952742"/>
          </a:xfrm>
          <a:prstGeom prst="rect">
            <a:avLst/>
          </a:prstGeom>
          <a:solidFill>
            <a:srgbClr val="CFE7F5"/>
          </a:solidFill>
          <a:ln w="0">
            <a:solidFill>
              <a:srgbClr val="808080"/>
            </a:solidFill>
            <a:miter lim="800000"/>
            <a:headEnd/>
            <a:tailEnd/>
          </a:ln>
        </p:spPr>
        <p:txBody>
          <a:bodyPr vert="horz" wrap="none" lIns="90000" tIns="45000" rIns="90000" bIns="45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Raspberry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100" dirty="0">
                <a:latin typeface="Calibri" panose="020F0502020204030204" pitchFamily="34" charset="0"/>
                <a:cs typeface="Times New Roman" panose="02020603050405020304" pitchFamily="18" charset="0"/>
              </a:rPr>
              <a:t>Ouverte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206776-0316-436B-B4A1-38C3F1966117}"/>
              </a:ext>
            </a:extLst>
          </p:cNvPr>
          <p:cNvSpPr/>
          <p:nvPr/>
        </p:nvSpPr>
        <p:spPr>
          <a:xfrm>
            <a:off x="9015863" y="3676851"/>
            <a:ext cx="2910254" cy="1254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Gestion de Dossier : PBS</a:t>
            </a:r>
          </a:p>
          <a:p>
            <a:pPr algn="ctr"/>
            <a:r>
              <a:rPr lang="fr-FR" dirty="0"/>
              <a:t>Utilisant </a:t>
            </a:r>
            <a:r>
              <a:rPr lang="fr-FR" dirty="0" err="1"/>
              <a:t>GitKraken</a:t>
            </a:r>
            <a:endParaRPr lang="fr-FR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58CBC5FF-2182-4629-9E57-469FAE771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656" y="30879"/>
            <a:ext cx="892973" cy="892973"/>
          </a:xfrm>
          <a:prstGeom prst="rect">
            <a:avLst/>
          </a:prstGeom>
        </p:spPr>
      </p:pic>
      <p:pic>
        <p:nvPicPr>
          <p:cNvPr id="2048" name="Image 2047">
            <a:extLst>
              <a:ext uri="{FF2B5EF4-FFF2-40B4-BE49-F238E27FC236}">
                <a16:creationId xmlns:a16="http://schemas.microsoft.com/office/drawing/2014/main" id="{DDCB8479-05C0-4778-B14E-F6780C406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309" y="-85287"/>
            <a:ext cx="1376098" cy="1009139"/>
          </a:xfrm>
          <a:prstGeom prst="rect">
            <a:avLst/>
          </a:prstGeom>
        </p:spPr>
      </p:pic>
      <p:pic>
        <p:nvPicPr>
          <p:cNvPr id="2050" name="Image 2049" descr="Une image contenant bâtiment&#10;&#10;Description générée automatiquement">
            <a:extLst>
              <a:ext uri="{FF2B5EF4-FFF2-40B4-BE49-F238E27FC236}">
                <a16:creationId xmlns:a16="http://schemas.microsoft.com/office/drawing/2014/main" id="{3B0EB897-CCB0-4D2C-B9C9-7157948DBA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805" y="100595"/>
            <a:ext cx="771996" cy="771996"/>
          </a:xfrm>
          <a:prstGeom prst="rect">
            <a:avLst/>
          </a:prstGeom>
        </p:spPr>
      </p:pic>
      <p:pic>
        <p:nvPicPr>
          <p:cNvPr id="2054" name="Image 2053" descr="Une image contenant terrain, plancher, table&#10;&#10;Description générée automatiquement">
            <a:extLst>
              <a:ext uri="{FF2B5EF4-FFF2-40B4-BE49-F238E27FC236}">
                <a16:creationId xmlns:a16="http://schemas.microsoft.com/office/drawing/2014/main" id="{0810AF9F-20D9-4C5D-8655-1619E7C121F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4" r="18996"/>
          <a:stretch/>
        </p:blipFill>
        <p:spPr>
          <a:xfrm>
            <a:off x="5133198" y="2033646"/>
            <a:ext cx="1987312" cy="2124078"/>
          </a:xfrm>
          <a:prstGeom prst="rect">
            <a:avLst/>
          </a:prstGeom>
        </p:spPr>
      </p:pic>
      <p:pic>
        <p:nvPicPr>
          <p:cNvPr id="2059" name="Image 2058" descr="Une image contenant personne, plancher, intérieur, homme&#10;&#10;Description générée automatiquement">
            <a:extLst>
              <a:ext uri="{FF2B5EF4-FFF2-40B4-BE49-F238E27FC236}">
                <a16:creationId xmlns:a16="http://schemas.microsoft.com/office/drawing/2014/main" id="{1BEDD174-DD26-470B-BFA9-B429A7E3EE2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3" r="8187"/>
          <a:stretch/>
        </p:blipFill>
        <p:spPr>
          <a:xfrm>
            <a:off x="9046360" y="1151283"/>
            <a:ext cx="2910254" cy="22424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C71A996-E0B6-418B-8C8C-3DBA980A2804}"/>
              </a:ext>
            </a:extLst>
          </p:cNvPr>
          <p:cNvSpPr/>
          <p:nvPr/>
        </p:nvSpPr>
        <p:spPr>
          <a:xfrm>
            <a:off x="9046360" y="2551956"/>
            <a:ext cx="2917039" cy="841817"/>
          </a:xfrm>
          <a:prstGeom prst="rect">
            <a:avLst/>
          </a:prstGeom>
          <a:solidFill>
            <a:schemeClr val="accent1">
              <a:lumMod val="60000"/>
              <a:lumOff val="4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dirty="0"/>
              <a:t>L’équipe:</a:t>
            </a:r>
          </a:p>
          <a:p>
            <a:r>
              <a:rPr lang="fr-FR" sz="1000" dirty="0"/>
              <a:t>Quatre élèves ingénieurs en système embarqué unis autour d’un objectif commun : la réussite du projet Robot NI</a:t>
            </a:r>
          </a:p>
        </p:txBody>
      </p:sp>
      <p:sp>
        <p:nvSpPr>
          <p:cNvPr id="2060" name="ZoneTexte 2059">
            <a:extLst>
              <a:ext uri="{FF2B5EF4-FFF2-40B4-BE49-F238E27FC236}">
                <a16:creationId xmlns:a16="http://schemas.microsoft.com/office/drawing/2014/main" id="{4ADC4CD4-C7F9-4DC9-9FEC-FAE2B589C07D}"/>
              </a:ext>
            </a:extLst>
          </p:cNvPr>
          <p:cNvSpPr txBox="1"/>
          <p:nvPr/>
        </p:nvSpPr>
        <p:spPr>
          <a:xfrm>
            <a:off x="342514" y="6359722"/>
            <a:ext cx="6042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Jason PUEL, Justin FURIO, Christian MARGOLIS, Florian GUIGAL</a:t>
            </a:r>
          </a:p>
        </p:txBody>
      </p:sp>
      <p:pic>
        <p:nvPicPr>
          <p:cNvPr id="45" name="Espace réservé du contenu 4">
            <a:extLst>
              <a:ext uri="{FF2B5EF4-FFF2-40B4-BE49-F238E27FC236}">
                <a16:creationId xmlns:a16="http://schemas.microsoft.com/office/drawing/2014/main" id="{F3F9A59D-3F6C-4588-881B-810940A4BDDB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" r="2940" b="1"/>
          <a:stretch/>
        </p:blipFill>
        <p:spPr>
          <a:xfrm rot="16200000">
            <a:off x="1042828" y="2103029"/>
            <a:ext cx="1540778" cy="2910255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C0AC1C40-4B26-4E40-9259-C0C2173C3CF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60" b="13346"/>
          <a:stretch/>
        </p:blipFill>
        <p:spPr>
          <a:xfrm>
            <a:off x="3429916" y="5143342"/>
            <a:ext cx="1922951" cy="97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497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110</Words>
  <Application>Microsoft Office PowerPoint</Application>
  <PresentationFormat>Grand écran</PresentationFormat>
  <Paragraphs>21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Jason PUEL</dc:creator>
  <cp:lastModifiedBy>Jason PUEL</cp:lastModifiedBy>
  <cp:revision>20</cp:revision>
  <dcterms:created xsi:type="dcterms:W3CDTF">2019-05-16T11:51:05Z</dcterms:created>
  <dcterms:modified xsi:type="dcterms:W3CDTF">2019-05-16T16:14:43Z</dcterms:modified>
</cp:coreProperties>
</file>