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2781BA02-8259-4563-8138-6F25F6852E7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29632-B014-4844-8D61-F020150B7767}" type="datetimeFigureOut">
              <a:rPr lang="fr-FR" smtClean="0"/>
              <a:t>25/01/2019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E5FB4-A863-4A99-A0DA-E8EA1E41E8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1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FD1E-7F8B-43A0-A002-1E85B148FD8D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AF21-5E6B-430C-951A-3AE1FFC91461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A0C5-1C83-488B-B945-99618E3B54D4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399D-AF7A-4C67-9196-F6D08FD333B4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FAF6-80BA-414B-9CAD-D9EE1C90E916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FE48-7F01-4822-BB99-9E7A464ADB55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8DDB-DBAA-405D-AFF3-992C965F4D5A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78F1-4974-4ABD-A0F1-BC508149B0C2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392B-F772-4AC7-950F-9A733AEA2D4D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1FF1-3427-4399-8698-1E1E0DB0194F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299-99E0-424E-A149-B3879D2AEF62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E06809D-4C73-46EA-91E5-C6051C3DB1A4}" type="datetime1">
              <a:rPr lang="en-US" smtClean="0"/>
              <a:t>1/25/2019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M1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ADC67-AF7E-4B06-8895-0709F0CD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2000" dirty="0"/>
              <a:t>21/12/2018</a:t>
            </a:r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1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29839"/>
              </p:ext>
            </p:extLst>
          </p:nvPr>
        </p:nvGraphicFramePr>
        <p:xfrm>
          <a:off x="3811081" y="405353"/>
          <a:ext cx="7812168" cy="577156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1316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Etiquettes</a:t>
                      </a:r>
                    </a:p>
                    <a:p>
                      <a:r>
                        <a:rPr lang="fr-FR" dirty="0"/>
                        <a:t>Documentation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(</a:t>
                      </a:r>
                      <a:r>
                        <a:rPr lang="fr-FR" dirty="0" err="1"/>
                        <a:t>hp</a:t>
                      </a:r>
                      <a:r>
                        <a:rPr lang="fr-FR" dirty="0"/>
                        <a:t>)(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(21/12) </a:t>
                      </a:r>
                    </a:p>
                    <a:p>
                      <a:r>
                        <a:rPr lang="fr-FR" dirty="0"/>
                        <a:t>découpe laser trieurs de balles(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(11/01)</a:t>
                      </a:r>
                    </a:p>
                    <a:p>
                      <a:r>
                        <a:rPr lang="fr-FR" dirty="0"/>
                        <a:t>test bras + engrenage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)(21/12) </a:t>
                      </a:r>
                    </a:p>
                    <a:p>
                      <a:r>
                        <a:rPr lang="fr-FR" dirty="0"/>
                        <a:t>PCB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)(18/12), Boitier Raspberry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37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Hp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fonctionnel (non documenté)</a:t>
                      </a:r>
                    </a:p>
                    <a:p>
                      <a:r>
                        <a:rPr lang="fr-FR" dirty="0"/>
                        <a:t>Mesure du </a:t>
                      </a:r>
                      <a:r>
                        <a:rPr lang="fr-FR"/>
                        <a:t>PCB existant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768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Découpage laser trieur de balles, boitier Pi</a:t>
                      </a:r>
                    </a:p>
                    <a:p>
                      <a:r>
                        <a:rPr lang="fr-FR" dirty="0"/>
                        <a:t>Tester engrenage et teste 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51269"/>
                  </a:ext>
                </a:extLst>
              </a:tr>
              <a:tr h="112226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Utilisation du bois/découpe laser</a:t>
                      </a:r>
                    </a:p>
                    <a:p>
                      <a:r>
                        <a:rPr lang="fr-FR" dirty="0"/>
                        <a:t>Alimentation ampli</a:t>
                      </a:r>
                    </a:p>
                    <a:p>
                      <a:r>
                        <a:rPr lang="fr-FR" dirty="0"/>
                        <a:t>Manque d’information sans démonter le robot actuel</a:t>
                      </a:r>
                    </a:p>
                    <a:p>
                      <a:r>
                        <a:rPr lang="fr-FR" dirty="0"/>
                        <a:t>Trouver un rapport de réduction convenable</a:t>
                      </a:r>
                    </a:p>
                    <a:p>
                      <a:r>
                        <a:rPr lang="fr-FR" dirty="0"/>
                        <a:t>Modifier le bras déjà existant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Etiquettes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PCB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Docs Raspberry pi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Engrenages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71093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939</TotalTime>
  <Words>132</Words>
  <Application>Microsoft Office PowerPoint</Application>
  <PresentationFormat>Grand écran</PresentationFormat>
  <Paragraphs>27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 2</vt:lpstr>
      <vt:lpstr>Cadre</vt:lpstr>
      <vt:lpstr>Weekly report –  M1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Robot NI </dc:title>
  <dc:creator>Nicolas COURT</dc:creator>
  <cp:lastModifiedBy>Jason Puel</cp:lastModifiedBy>
  <cp:revision>78</cp:revision>
  <dcterms:created xsi:type="dcterms:W3CDTF">2018-12-14T09:47:46Z</dcterms:created>
  <dcterms:modified xsi:type="dcterms:W3CDTF">2019-01-25T14:35:09Z</dcterms:modified>
</cp:coreProperties>
</file>