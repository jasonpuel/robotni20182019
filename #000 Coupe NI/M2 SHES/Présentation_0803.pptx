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  <p:sldMasterId id="2147483928" r:id="rId2"/>
    <p:sldMasterId id="2147483940" r:id="rId3"/>
  </p:sldMasterIdLst>
  <p:notesMasterIdLst>
    <p:notesMasterId r:id="rId24"/>
  </p:notesMasterIdLst>
  <p:sldIdLst>
    <p:sldId id="256" r:id="rId4"/>
    <p:sldId id="257" r:id="rId5"/>
    <p:sldId id="258" r:id="rId6"/>
    <p:sldId id="262" r:id="rId7"/>
    <p:sldId id="297" r:id="rId8"/>
    <p:sldId id="301" r:id="rId9"/>
    <p:sldId id="260" r:id="rId10"/>
    <p:sldId id="263" r:id="rId11"/>
    <p:sldId id="290" r:id="rId12"/>
    <p:sldId id="291" r:id="rId13"/>
    <p:sldId id="293" r:id="rId14"/>
    <p:sldId id="306" r:id="rId15"/>
    <p:sldId id="307" r:id="rId16"/>
    <p:sldId id="308" r:id="rId17"/>
    <p:sldId id="300" r:id="rId18"/>
    <p:sldId id="294" r:id="rId19"/>
    <p:sldId id="296" r:id="rId20"/>
    <p:sldId id="295" r:id="rId21"/>
    <p:sldId id="302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3EE"/>
    <a:srgbClr val="EA5F00"/>
    <a:srgbClr val="4BCAAD"/>
    <a:srgbClr val="CD0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3883" autoAdjust="0"/>
  </p:normalViewPr>
  <p:slideViewPr>
    <p:cSldViewPr snapToGrid="0">
      <p:cViewPr>
        <p:scale>
          <a:sx n="66" d="100"/>
          <a:sy n="66" d="100"/>
        </p:scale>
        <p:origin x="32" y="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323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as\Desktop\M2\Bureau%20d'&#233;tude\Earned-Value-Managemen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75430248588073"/>
          <c:y val="0.10236220472440945"/>
          <c:w val="0.8779614888602304"/>
          <c:h val="0.75984251968503935"/>
        </c:manualLayout>
      </c:layout>
      <c:lineChart>
        <c:grouping val="standard"/>
        <c:varyColors val="0"/>
        <c:ser>
          <c:idx val="0"/>
          <c:order val="0"/>
          <c:tx>
            <c:v>Planned Value (PV)</c:v>
          </c:tx>
          <c:spPr>
            <a:ln w="31750" cap="rnd">
              <a:solidFill>
                <a:schemeClr val="accent1"/>
              </a:solidFill>
              <a:round/>
            </a:ln>
            <a:effectLst>
              <a:outerShdw blurRad="50800" dist="25400" dir="5400000" rotWithShape="0">
                <a:srgbClr val="000000">
                  <a:alpha val="28000"/>
                </a:srgbClr>
              </a:outerShdw>
            </a:effectLst>
          </c:spPr>
          <c:marker>
            <c:symbol val="none"/>
          </c:marker>
          <c:cat>
            <c:numRef>
              <c:f>'[Earned-Value-Management.xlsx]Report'!$D$21:$Q$21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'[Earned-Value-Management.xlsx]Report'!$D$53:$Q$53</c:f>
              <c:numCache>
                <c:formatCode>General</c:formatCode>
                <c:ptCount val="14"/>
                <c:pt idx="0">
                  <c:v>40</c:v>
                </c:pt>
                <c:pt idx="1">
                  <c:v>118</c:v>
                </c:pt>
                <c:pt idx="2">
                  <c:v>198</c:v>
                </c:pt>
                <c:pt idx="3">
                  <c:v>234</c:v>
                </c:pt>
                <c:pt idx="4">
                  <c:v>274</c:v>
                </c:pt>
                <c:pt idx="5">
                  <c:v>422</c:v>
                </c:pt>
                <c:pt idx="6">
                  <c:v>448</c:v>
                </c:pt>
                <c:pt idx="7">
                  <c:v>520</c:v>
                </c:pt>
                <c:pt idx="8">
                  <c:v>560</c:v>
                </c:pt>
                <c:pt idx="9">
                  <c:v>684</c:v>
                </c:pt>
                <c:pt idx="10">
                  <c:v>826</c:v>
                </c:pt>
                <c:pt idx="11">
                  <c:v>866</c:v>
                </c:pt>
                <c:pt idx="12">
                  <c:v>966</c:v>
                </c:pt>
                <c:pt idx="13">
                  <c:v>1070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55-4647-88D2-F09BEF540F67}"/>
            </c:ext>
          </c:extLst>
        </c:ser>
        <c:ser>
          <c:idx val="1"/>
          <c:order val="1"/>
          <c:tx>
            <c:v>Earned Value (EV)</c:v>
          </c:tx>
          <c:spPr>
            <a:ln w="31750" cap="rnd">
              <a:solidFill>
                <a:schemeClr val="accent2"/>
              </a:solidFill>
              <a:round/>
            </a:ln>
            <a:effectLst>
              <a:outerShdw blurRad="50800" dist="25400" dir="5400000" rotWithShape="0">
                <a:srgbClr val="000000">
                  <a:alpha val="28000"/>
                </a:srgbClr>
              </a:outerShdw>
            </a:effectLst>
          </c:spPr>
          <c:marker>
            <c:symbol val="none"/>
          </c:marker>
          <c:cat>
            <c:numRef>
              <c:f>'[Earned-Value-Management.xlsx]Report'!$D$21:$Q$21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'[Earned-Value-Management.xlsx]Report'!$D$57:$Q$57</c:f>
              <c:numCache>
                <c:formatCode>General</c:formatCode>
                <c:ptCount val="14"/>
                <c:pt idx="0">
                  <c:v>52.72</c:v>
                </c:pt>
                <c:pt idx="1">
                  <c:v>112.74000000000001</c:v>
                </c:pt>
                <c:pt idx="2">
                  <c:v>153.96</c:v>
                </c:pt>
                <c:pt idx="3">
                  <c:v>226.48</c:v>
                </c:pt>
                <c:pt idx="4">
                  <c:v>267.39999999999998</c:v>
                </c:pt>
                <c:pt idx="5">
                  <c:v>346.71999999999997</c:v>
                </c:pt>
                <c:pt idx="6">
                  <c:v>433.43999999999994</c:v>
                </c:pt>
                <c:pt idx="7">
                  <c:v>470.15999999999997</c:v>
                </c:pt>
                <c:pt idx="8">
                  <c:v>506.88</c:v>
                </c:pt>
                <c:pt idx="9">
                  <c:v>610.40000000000009</c:v>
                </c:pt>
                <c:pt idx="10">
                  <c:v>723.92000000000007</c:v>
                </c:pt>
                <c:pt idx="11">
                  <c:v>791.43999999999994</c:v>
                </c:pt>
                <c:pt idx="12">
                  <c:v>861</c:v>
                </c:pt>
                <c:pt idx="13">
                  <c:v>954.2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55-4647-88D2-F09BEF540F67}"/>
            </c:ext>
          </c:extLst>
        </c:ser>
        <c:ser>
          <c:idx val="2"/>
          <c:order val="2"/>
          <c:tx>
            <c:v>Actual Cost (AC)</c:v>
          </c:tx>
          <c:spPr>
            <a:ln w="31750" cap="rnd">
              <a:solidFill>
                <a:schemeClr val="accent3"/>
              </a:solidFill>
              <a:round/>
            </a:ln>
            <a:effectLst>
              <a:outerShdw blurRad="50800" dist="25400" dir="5400000" rotWithShape="0">
                <a:srgbClr val="000000">
                  <a:alpha val="28000"/>
                </a:srgbClr>
              </a:outerShdw>
            </a:effectLst>
          </c:spPr>
          <c:marker>
            <c:symbol val="none"/>
          </c:marker>
          <c:cat>
            <c:numRef>
              <c:f>'[Earned-Value-Management.xlsx]Report'!$D$21:$Q$21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'[Earned-Value-Management.xlsx]Report'!$D$56:$Q$56</c:f>
              <c:numCache>
                <c:formatCode>General</c:formatCode>
                <c:ptCount val="14"/>
                <c:pt idx="0">
                  <c:v>45</c:v>
                </c:pt>
                <c:pt idx="1">
                  <c:v>125</c:v>
                </c:pt>
                <c:pt idx="2">
                  <c:v>205</c:v>
                </c:pt>
                <c:pt idx="3">
                  <c:v>245</c:v>
                </c:pt>
                <c:pt idx="4">
                  <c:v>293</c:v>
                </c:pt>
                <c:pt idx="5">
                  <c:v>425</c:v>
                </c:pt>
                <c:pt idx="6">
                  <c:v>467</c:v>
                </c:pt>
                <c:pt idx="7">
                  <c:v>535</c:v>
                </c:pt>
                <c:pt idx="8">
                  <c:v>577</c:v>
                </c:pt>
                <c:pt idx="9">
                  <c:v>695</c:v>
                </c:pt>
                <c:pt idx="10">
                  <c:v>837</c:v>
                </c:pt>
                <c:pt idx="11">
                  <c:v>869</c:v>
                </c:pt>
                <c:pt idx="12">
                  <c:v>951</c:v>
                </c:pt>
                <c:pt idx="13">
                  <c:v>1055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55-4647-88D2-F09BEF540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275328"/>
        <c:axId val="190614912"/>
      </c:lineChart>
      <c:catAx>
        <c:axId val="188275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Period (in weeks)</a:t>
                </a:r>
              </a:p>
            </c:rich>
          </c:tx>
          <c:layout>
            <c:manualLayout>
              <c:xMode val="edge"/>
              <c:yMode val="edge"/>
              <c:x val="0.47541068172722017"/>
              <c:y val="0.767716535433070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061491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9061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8827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4.JP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50C488-38C0-45BD-AD9E-BA0CA5F9D09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DC443BE-08E4-44FE-9C24-1C69D31A3433}">
      <dgm:prSet phldrT="[Texte]"/>
      <dgm:spPr/>
      <dgm:t>
        <a:bodyPr/>
        <a:lstStyle/>
        <a:p>
          <a:r>
            <a:rPr lang="fr-FR" dirty="0"/>
            <a:t>Scenario 1</a:t>
          </a:r>
        </a:p>
      </dgm:t>
    </dgm:pt>
    <dgm:pt modelId="{D799A4EC-CD36-49FA-8A01-D0F35961A3FD}" type="parTrans" cxnId="{3FDCF218-E17E-4B19-AFC4-DF28C95F6532}">
      <dgm:prSet/>
      <dgm:spPr/>
      <dgm:t>
        <a:bodyPr/>
        <a:lstStyle/>
        <a:p>
          <a:endParaRPr lang="fr-FR"/>
        </a:p>
      </dgm:t>
    </dgm:pt>
    <dgm:pt modelId="{FD4DD097-8479-49C3-8C3F-2EC1AC8A848F}" type="sibTrans" cxnId="{3FDCF218-E17E-4B19-AFC4-DF28C95F6532}">
      <dgm:prSet/>
      <dgm:spPr/>
      <dgm:t>
        <a:bodyPr/>
        <a:lstStyle/>
        <a:p>
          <a:endParaRPr lang="fr-FR"/>
        </a:p>
      </dgm:t>
    </dgm:pt>
    <dgm:pt modelId="{F698C311-BA5B-42EF-B25A-931413C53720}">
      <dgm:prSet phldrT="[Texte]"/>
      <dgm:spPr/>
      <dgm:t>
        <a:bodyPr/>
        <a:lstStyle/>
        <a:p>
          <a:r>
            <a:rPr lang="fr-FR" dirty="0"/>
            <a:t>National Instrument cup split in 3 </a:t>
          </a:r>
          <a:r>
            <a:rPr lang="fr-FR" dirty="0" err="1"/>
            <a:t>turns</a:t>
          </a:r>
          <a:endParaRPr lang="fr-FR" dirty="0"/>
        </a:p>
      </dgm:t>
    </dgm:pt>
    <dgm:pt modelId="{B3010F2C-FF44-45D4-A8E7-6284E2F71C24}" type="parTrans" cxnId="{F7C9DFF1-5F53-4D3C-B4AC-B3E01CE10612}">
      <dgm:prSet/>
      <dgm:spPr/>
      <dgm:t>
        <a:bodyPr/>
        <a:lstStyle/>
        <a:p>
          <a:endParaRPr lang="fr-FR"/>
        </a:p>
      </dgm:t>
    </dgm:pt>
    <dgm:pt modelId="{23254015-132B-4224-92C0-1785B2DC08E9}" type="sibTrans" cxnId="{F7C9DFF1-5F53-4D3C-B4AC-B3E01CE10612}">
      <dgm:prSet/>
      <dgm:spPr/>
      <dgm:t>
        <a:bodyPr/>
        <a:lstStyle/>
        <a:p>
          <a:endParaRPr lang="fr-FR"/>
        </a:p>
      </dgm:t>
    </dgm:pt>
    <dgm:pt modelId="{70C3C201-4088-4A42-A2AE-9F97E775195A}">
      <dgm:prSet phldrT="[Texte]"/>
      <dgm:spPr/>
      <dgm:t>
        <a:bodyPr/>
        <a:lstStyle/>
        <a:p>
          <a:r>
            <a:rPr lang="fr-FR" dirty="0"/>
            <a:t>Scenario 2</a:t>
          </a:r>
        </a:p>
      </dgm:t>
    </dgm:pt>
    <dgm:pt modelId="{AFD88CC8-E880-4937-894C-FD41D67BDF32}" type="parTrans" cxnId="{904EF2C7-99D9-48BC-AC64-067BA383FC3A}">
      <dgm:prSet/>
      <dgm:spPr/>
      <dgm:t>
        <a:bodyPr/>
        <a:lstStyle/>
        <a:p>
          <a:endParaRPr lang="fr-FR"/>
        </a:p>
      </dgm:t>
    </dgm:pt>
    <dgm:pt modelId="{99440FF4-EB3D-4672-8AD2-6E6EEAD9E54A}" type="sibTrans" cxnId="{904EF2C7-99D9-48BC-AC64-067BA383FC3A}">
      <dgm:prSet/>
      <dgm:spPr/>
      <dgm:t>
        <a:bodyPr/>
        <a:lstStyle/>
        <a:p>
          <a:endParaRPr lang="fr-FR"/>
        </a:p>
      </dgm:t>
    </dgm:pt>
    <dgm:pt modelId="{F4DC6B36-1EFC-4A84-ACE6-C7CAF7F23DE5}">
      <dgm:prSet phldrT="[Texte]"/>
      <dgm:spPr/>
      <dgm:t>
        <a:bodyPr/>
        <a:lstStyle/>
        <a:p>
          <a:r>
            <a:rPr lang="fr-FR" dirty="0"/>
            <a:t>Raspberry pi box:</a:t>
          </a:r>
        </a:p>
      </dgm:t>
    </dgm:pt>
    <dgm:pt modelId="{0CAA4E0A-E2BE-4784-86BF-23433D01B236}" type="parTrans" cxnId="{6FF73DDE-7D46-402C-BC54-5F7760AA0C08}">
      <dgm:prSet/>
      <dgm:spPr/>
      <dgm:t>
        <a:bodyPr/>
        <a:lstStyle/>
        <a:p>
          <a:endParaRPr lang="fr-FR"/>
        </a:p>
      </dgm:t>
    </dgm:pt>
    <dgm:pt modelId="{BA922A55-EE9F-467A-A3DF-75DDDBB1E189}" type="sibTrans" cxnId="{6FF73DDE-7D46-402C-BC54-5F7760AA0C08}">
      <dgm:prSet/>
      <dgm:spPr/>
      <dgm:t>
        <a:bodyPr/>
        <a:lstStyle/>
        <a:p>
          <a:endParaRPr lang="fr-FR"/>
        </a:p>
      </dgm:t>
    </dgm:pt>
    <dgm:pt modelId="{2E55A598-2000-4E5C-A98C-07FA1FAB6E7E}">
      <dgm:prSet phldrT="[Texte]"/>
      <dgm:spPr/>
      <dgm:t>
        <a:bodyPr/>
        <a:lstStyle/>
        <a:p>
          <a:r>
            <a:rPr lang="fr-FR" dirty="0"/>
            <a:t>Live </a:t>
          </a:r>
          <a:r>
            <a:rPr lang="fr-FR" dirty="0" err="1"/>
            <a:t>video</a:t>
          </a:r>
          <a:endParaRPr lang="fr-FR" dirty="0"/>
        </a:p>
      </dgm:t>
    </dgm:pt>
    <dgm:pt modelId="{1537C5A9-1140-43ED-B9B8-0BA4E8912DDD}" type="parTrans" cxnId="{BCACD0AC-34F0-4486-A677-F35C8976030C}">
      <dgm:prSet/>
      <dgm:spPr/>
      <dgm:t>
        <a:bodyPr/>
        <a:lstStyle/>
        <a:p>
          <a:endParaRPr lang="fr-FR"/>
        </a:p>
      </dgm:t>
    </dgm:pt>
    <dgm:pt modelId="{BC2D2CA4-9798-4AB8-B17F-B73E950F5535}" type="sibTrans" cxnId="{BCACD0AC-34F0-4486-A677-F35C8976030C}">
      <dgm:prSet/>
      <dgm:spPr/>
      <dgm:t>
        <a:bodyPr/>
        <a:lstStyle/>
        <a:p>
          <a:endParaRPr lang="fr-FR"/>
        </a:p>
      </dgm:t>
    </dgm:pt>
    <dgm:pt modelId="{9859A4B8-958F-432C-B782-BDD2E44F51E7}">
      <dgm:prSet phldrT="[Texte]"/>
      <dgm:spPr/>
      <dgm:t>
        <a:bodyPr/>
        <a:lstStyle/>
        <a:p>
          <a:r>
            <a:rPr lang="fr-FR" dirty="0"/>
            <a:t>Scenario 3</a:t>
          </a:r>
        </a:p>
      </dgm:t>
    </dgm:pt>
    <dgm:pt modelId="{FD27A4EA-9EAC-4246-82E4-54244A8264DC}" type="parTrans" cxnId="{ED977CF5-FDAC-4FA4-AE9B-872F6AAE6E35}">
      <dgm:prSet/>
      <dgm:spPr/>
      <dgm:t>
        <a:bodyPr/>
        <a:lstStyle/>
        <a:p>
          <a:endParaRPr lang="fr-FR"/>
        </a:p>
      </dgm:t>
    </dgm:pt>
    <dgm:pt modelId="{D91543D0-7D39-4590-9677-64785DEF65F4}" type="sibTrans" cxnId="{ED977CF5-FDAC-4FA4-AE9B-872F6AAE6E35}">
      <dgm:prSet/>
      <dgm:spPr/>
      <dgm:t>
        <a:bodyPr/>
        <a:lstStyle/>
        <a:p>
          <a:endParaRPr lang="fr-FR"/>
        </a:p>
      </dgm:t>
    </dgm:pt>
    <dgm:pt modelId="{5FC23C4E-8D1A-4E8D-B76D-4C18A0DB453A}">
      <dgm:prSet phldrT="[Texte]"/>
      <dgm:spPr/>
      <dgm:t>
        <a:bodyPr/>
        <a:lstStyle/>
        <a:p>
          <a:r>
            <a:rPr lang="fr-FR" dirty="0" err="1"/>
            <a:t>Navigate</a:t>
          </a:r>
          <a:r>
            <a:rPr lang="fr-FR" dirty="0"/>
            <a:t> and </a:t>
          </a:r>
          <a:r>
            <a:rPr lang="fr-FR" dirty="0" err="1"/>
            <a:t>avoid</a:t>
          </a:r>
          <a:r>
            <a:rPr lang="fr-FR" dirty="0"/>
            <a:t> obstacles </a:t>
          </a:r>
          <a:r>
            <a:rPr lang="fr-FR" dirty="0" err="1"/>
            <a:t>with</a:t>
          </a:r>
          <a:r>
            <a:rPr lang="fr-FR" dirty="0"/>
            <a:t> lidar</a:t>
          </a:r>
        </a:p>
      </dgm:t>
    </dgm:pt>
    <dgm:pt modelId="{5440C584-8BA9-44E8-A220-9AB21BCF5F97}" type="parTrans" cxnId="{220425F6-13A4-456C-837C-4F837A7D19F2}">
      <dgm:prSet/>
      <dgm:spPr/>
      <dgm:t>
        <a:bodyPr/>
        <a:lstStyle/>
        <a:p>
          <a:endParaRPr lang="fr-FR"/>
        </a:p>
      </dgm:t>
    </dgm:pt>
    <dgm:pt modelId="{66D6B9DB-14E2-43D4-9E7A-81EA6AD0A9F1}" type="sibTrans" cxnId="{220425F6-13A4-456C-837C-4F837A7D19F2}">
      <dgm:prSet/>
      <dgm:spPr/>
      <dgm:t>
        <a:bodyPr/>
        <a:lstStyle/>
        <a:p>
          <a:endParaRPr lang="fr-FR"/>
        </a:p>
      </dgm:t>
    </dgm:pt>
    <dgm:pt modelId="{280C43E9-2D76-42FC-B6AB-7EC3CDE0F0FD}">
      <dgm:prSet phldrT="[Texte]"/>
      <dgm:spPr/>
      <dgm:t>
        <a:bodyPr/>
        <a:lstStyle/>
        <a:p>
          <a:r>
            <a:rPr lang="fr-FR" dirty="0"/>
            <a:t>Scenario 5</a:t>
          </a:r>
        </a:p>
      </dgm:t>
    </dgm:pt>
    <dgm:pt modelId="{4D0FC848-860E-4F5E-80CA-3587D0ABDFA2}" type="parTrans" cxnId="{A779B5F7-147E-4509-8CA7-D84F0E807323}">
      <dgm:prSet/>
      <dgm:spPr/>
      <dgm:t>
        <a:bodyPr/>
        <a:lstStyle/>
        <a:p>
          <a:endParaRPr lang="fr-FR"/>
        </a:p>
      </dgm:t>
    </dgm:pt>
    <dgm:pt modelId="{539D8644-EA27-48F7-8F7B-0E56AC203E40}" type="sibTrans" cxnId="{A779B5F7-147E-4509-8CA7-D84F0E807323}">
      <dgm:prSet/>
      <dgm:spPr/>
      <dgm:t>
        <a:bodyPr/>
        <a:lstStyle/>
        <a:p>
          <a:endParaRPr lang="fr-FR"/>
        </a:p>
      </dgm:t>
    </dgm:pt>
    <dgm:pt modelId="{D0E9C873-B4FA-4CDE-8A19-8CEB930DB573}">
      <dgm:prSet phldrT="[Texte]"/>
      <dgm:spPr/>
      <dgm:t>
        <a:bodyPr/>
        <a:lstStyle/>
        <a:p>
          <a:r>
            <a:rPr lang="fr-FR" dirty="0"/>
            <a:t>Scenario 4</a:t>
          </a:r>
        </a:p>
      </dgm:t>
    </dgm:pt>
    <dgm:pt modelId="{B77FA17F-27FD-4D43-8E81-63306D5B903A}" type="parTrans" cxnId="{8239AA53-C590-4FF1-A75B-ACDC3D4FE47D}">
      <dgm:prSet/>
      <dgm:spPr/>
      <dgm:t>
        <a:bodyPr/>
        <a:lstStyle/>
        <a:p>
          <a:endParaRPr lang="fr-FR"/>
        </a:p>
      </dgm:t>
    </dgm:pt>
    <dgm:pt modelId="{6336BB91-CA80-40EB-82A3-8549DFF920AA}" type="sibTrans" cxnId="{8239AA53-C590-4FF1-A75B-ACDC3D4FE47D}">
      <dgm:prSet/>
      <dgm:spPr/>
      <dgm:t>
        <a:bodyPr/>
        <a:lstStyle/>
        <a:p>
          <a:endParaRPr lang="fr-FR"/>
        </a:p>
      </dgm:t>
    </dgm:pt>
    <dgm:pt modelId="{367B4CCE-77BC-440E-8E34-01CDDEBDBEB7}">
      <dgm:prSet phldrT="[Texte]"/>
      <dgm:spPr/>
      <dgm:t>
        <a:bodyPr/>
        <a:lstStyle/>
        <a:p>
          <a:r>
            <a:rPr lang="fr-FR" dirty="0"/>
            <a:t>Speaker</a:t>
          </a:r>
        </a:p>
      </dgm:t>
    </dgm:pt>
    <dgm:pt modelId="{6A6641A1-21DE-4061-9A4F-E6E94D328928}" type="parTrans" cxnId="{CDDF5C39-713E-419D-97EA-BED8B9121E86}">
      <dgm:prSet/>
      <dgm:spPr/>
      <dgm:t>
        <a:bodyPr/>
        <a:lstStyle/>
        <a:p>
          <a:endParaRPr lang="fr-FR"/>
        </a:p>
      </dgm:t>
    </dgm:pt>
    <dgm:pt modelId="{3F63A8C3-5751-42FA-A85D-BE184833F8E3}" type="sibTrans" cxnId="{CDDF5C39-713E-419D-97EA-BED8B9121E86}">
      <dgm:prSet/>
      <dgm:spPr/>
      <dgm:t>
        <a:bodyPr/>
        <a:lstStyle/>
        <a:p>
          <a:endParaRPr lang="fr-FR"/>
        </a:p>
      </dgm:t>
    </dgm:pt>
    <dgm:pt modelId="{042DECD0-F81F-4CB0-A2B5-946189AB2F44}">
      <dgm:prSet phldrT="[Texte]"/>
      <dgm:spPr/>
      <dgm:t>
        <a:bodyPr/>
        <a:lstStyle/>
        <a:p>
          <a:r>
            <a:rPr lang="fr-FR" dirty="0"/>
            <a:t>LCD Screen</a:t>
          </a:r>
        </a:p>
      </dgm:t>
    </dgm:pt>
    <dgm:pt modelId="{70782B47-A924-407D-B4CD-31BF948AFFE6}" type="parTrans" cxnId="{9EEE7B36-476F-4502-8467-0C62C4A2E08E}">
      <dgm:prSet/>
      <dgm:spPr/>
      <dgm:t>
        <a:bodyPr/>
        <a:lstStyle/>
        <a:p>
          <a:endParaRPr lang="fr-FR"/>
        </a:p>
      </dgm:t>
    </dgm:pt>
    <dgm:pt modelId="{8E7DFF54-E5FD-4727-82F7-166C5FC4C58A}" type="sibTrans" cxnId="{9EEE7B36-476F-4502-8467-0C62C4A2E08E}">
      <dgm:prSet/>
      <dgm:spPr/>
      <dgm:t>
        <a:bodyPr/>
        <a:lstStyle/>
        <a:p>
          <a:endParaRPr lang="fr-FR"/>
        </a:p>
      </dgm:t>
    </dgm:pt>
    <dgm:pt modelId="{35A6EF8C-49FF-46B8-B93E-A8CBBA1017BF}">
      <dgm:prSet phldrT="[Texte]"/>
      <dgm:spPr/>
      <dgm:t>
        <a:bodyPr/>
        <a:lstStyle/>
        <a:p>
          <a:r>
            <a:rPr lang="fr-FR" dirty="0"/>
            <a:t>Water Pong </a:t>
          </a:r>
          <a:r>
            <a:rPr lang="fr-FR" dirty="0" err="1"/>
            <a:t>with</a:t>
          </a:r>
          <a:r>
            <a:rPr lang="fr-FR" dirty="0"/>
            <a:t> lidar &amp; </a:t>
          </a:r>
          <a:r>
            <a:rPr lang="fr-FR" dirty="0" err="1"/>
            <a:t>thrower</a:t>
          </a:r>
          <a:endParaRPr lang="fr-FR" dirty="0"/>
        </a:p>
      </dgm:t>
    </dgm:pt>
    <dgm:pt modelId="{F5925161-1811-4542-B871-BD3789A9ED54}" type="parTrans" cxnId="{08FA665E-06CB-4314-9DB5-FC73FCF85AEE}">
      <dgm:prSet/>
      <dgm:spPr/>
      <dgm:t>
        <a:bodyPr/>
        <a:lstStyle/>
        <a:p>
          <a:endParaRPr lang="fr-FR"/>
        </a:p>
      </dgm:t>
    </dgm:pt>
    <dgm:pt modelId="{E754AD81-4CE4-463C-9360-58C3CDB70612}" type="sibTrans" cxnId="{08FA665E-06CB-4314-9DB5-FC73FCF85AEE}">
      <dgm:prSet/>
      <dgm:spPr/>
      <dgm:t>
        <a:bodyPr/>
        <a:lstStyle/>
        <a:p>
          <a:endParaRPr lang="fr-FR"/>
        </a:p>
      </dgm:t>
    </dgm:pt>
    <dgm:pt modelId="{CB16261F-D965-4F41-A245-CD836D53AC68}">
      <dgm:prSet phldrT="[Texte]"/>
      <dgm:spPr/>
      <dgm:t>
        <a:bodyPr/>
        <a:lstStyle/>
        <a:p>
          <a:r>
            <a:rPr lang="fr-FR" dirty="0"/>
            <a:t>Target Robot </a:t>
          </a:r>
          <a:r>
            <a:rPr lang="fr-FR" dirty="0" err="1"/>
            <a:t>with</a:t>
          </a:r>
          <a:r>
            <a:rPr lang="fr-FR" dirty="0"/>
            <a:t> </a:t>
          </a:r>
          <a:r>
            <a:rPr lang="fr-FR" dirty="0" err="1"/>
            <a:t>thrower</a:t>
          </a:r>
          <a:endParaRPr lang="fr-FR" dirty="0"/>
        </a:p>
      </dgm:t>
    </dgm:pt>
    <dgm:pt modelId="{BE5ED7C8-95AC-4139-A1AB-9987BC55E2E4}" type="parTrans" cxnId="{C778E2AF-6310-42F5-94EB-20EABF3F2412}">
      <dgm:prSet/>
      <dgm:spPr/>
      <dgm:t>
        <a:bodyPr/>
        <a:lstStyle/>
        <a:p>
          <a:endParaRPr lang="fr-FR"/>
        </a:p>
      </dgm:t>
    </dgm:pt>
    <dgm:pt modelId="{F7887E74-D749-4CC6-882D-33125BBB87A7}" type="sibTrans" cxnId="{C778E2AF-6310-42F5-94EB-20EABF3F2412}">
      <dgm:prSet/>
      <dgm:spPr/>
      <dgm:t>
        <a:bodyPr/>
        <a:lstStyle/>
        <a:p>
          <a:endParaRPr lang="fr-FR"/>
        </a:p>
      </dgm:t>
    </dgm:pt>
    <dgm:pt modelId="{CD51544E-05D3-4D24-87AA-4E532405D138}" type="pres">
      <dgm:prSet presAssocID="{0C50C488-38C0-45BD-AD9E-BA0CA5F9D09A}" presName="Name0" presStyleCnt="0">
        <dgm:presLayoutVars>
          <dgm:dir/>
          <dgm:animLvl val="lvl"/>
          <dgm:resizeHandles val="exact"/>
        </dgm:presLayoutVars>
      </dgm:prSet>
      <dgm:spPr/>
    </dgm:pt>
    <dgm:pt modelId="{3C502456-D791-4094-984A-2D62C984A074}" type="pres">
      <dgm:prSet presAssocID="{8DC443BE-08E4-44FE-9C24-1C69D31A3433}" presName="composite" presStyleCnt="0"/>
      <dgm:spPr/>
    </dgm:pt>
    <dgm:pt modelId="{A22B4A49-F288-4F94-B88D-62DC43AC1C61}" type="pres">
      <dgm:prSet presAssocID="{8DC443BE-08E4-44FE-9C24-1C69D31A343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B0581CC-1AB2-417D-AD90-C5AB17D5FBC1}" type="pres">
      <dgm:prSet presAssocID="{8DC443BE-08E4-44FE-9C24-1C69D31A3433}" presName="desTx" presStyleLbl="alignAccFollowNode1" presStyleIdx="0" presStyleCnt="5">
        <dgm:presLayoutVars>
          <dgm:bulletEnabled val="1"/>
        </dgm:presLayoutVars>
      </dgm:prSet>
      <dgm:spPr/>
    </dgm:pt>
    <dgm:pt modelId="{BE25A118-B884-4963-AA35-1971C2E80119}" type="pres">
      <dgm:prSet presAssocID="{FD4DD097-8479-49C3-8C3F-2EC1AC8A848F}" presName="space" presStyleCnt="0"/>
      <dgm:spPr/>
    </dgm:pt>
    <dgm:pt modelId="{B6583FAE-8104-4A56-80D3-A9692219A5D4}" type="pres">
      <dgm:prSet presAssocID="{70C3C201-4088-4A42-A2AE-9F97E775195A}" presName="composite" presStyleCnt="0"/>
      <dgm:spPr/>
    </dgm:pt>
    <dgm:pt modelId="{79B77C4A-6DC9-4812-99C7-2253D699A3E8}" type="pres">
      <dgm:prSet presAssocID="{70C3C201-4088-4A42-A2AE-9F97E775195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6FC47FFF-9C27-4DFC-9803-558870AB87A0}" type="pres">
      <dgm:prSet presAssocID="{70C3C201-4088-4A42-A2AE-9F97E775195A}" presName="desTx" presStyleLbl="alignAccFollowNode1" presStyleIdx="1" presStyleCnt="5">
        <dgm:presLayoutVars>
          <dgm:bulletEnabled val="1"/>
        </dgm:presLayoutVars>
      </dgm:prSet>
      <dgm:spPr/>
    </dgm:pt>
    <dgm:pt modelId="{5314953B-3A71-42F2-AA9A-569177E951A3}" type="pres">
      <dgm:prSet presAssocID="{99440FF4-EB3D-4672-8AD2-6E6EEAD9E54A}" presName="space" presStyleCnt="0"/>
      <dgm:spPr/>
    </dgm:pt>
    <dgm:pt modelId="{3F0CD81E-FA78-4682-BDA3-CF1C8E91B97B}" type="pres">
      <dgm:prSet presAssocID="{9859A4B8-958F-432C-B782-BDD2E44F51E7}" presName="composite" presStyleCnt="0"/>
      <dgm:spPr/>
    </dgm:pt>
    <dgm:pt modelId="{959A0E5C-67EB-42E8-88BB-F029A854AE96}" type="pres">
      <dgm:prSet presAssocID="{9859A4B8-958F-432C-B782-BDD2E44F51E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A3B567B2-8C75-4EE8-8CCB-DE9A8E1B80EC}" type="pres">
      <dgm:prSet presAssocID="{9859A4B8-958F-432C-B782-BDD2E44F51E7}" presName="desTx" presStyleLbl="alignAccFollowNode1" presStyleIdx="2" presStyleCnt="5">
        <dgm:presLayoutVars>
          <dgm:bulletEnabled val="1"/>
        </dgm:presLayoutVars>
      </dgm:prSet>
      <dgm:spPr/>
    </dgm:pt>
    <dgm:pt modelId="{9B948D39-7EC9-4BA0-BD1F-61F92F325F8F}" type="pres">
      <dgm:prSet presAssocID="{D91543D0-7D39-4590-9677-64785DEF65F4}" presName="space" presStyleCnt="0"/>
      <dgm:spPr/>
    </dgm:pt>
    <dgm:pt modelId="{211A0A6B-5128-4685-A185-35BF3B18B087}" type="pres">
      <dgm:prSet presAssocID="{D0E9C873-B4FA-4CDE-8A19-8CEB930DB573}" presName="composite" presStyleCnt="0"/>
      <dgm:spPr/>
    </dgm:pt>
    <dgm:pt modelId="{4D6CACFE-A423-42B6-8EBC-B0FEF794CEF7}" type="pres">
      <dgm:prSet presAssocID="{D0E9C873-B4FA-4CDE-8A19-8CEB930DB57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6C50EEC-486F-4B72-BE38-F4CDC1D64D4C}" type="pres">
      <dgm:prSet presAssocID="{D0E9C873-B4FA-4CDE-8A19-8CEB930DB573}" presName="desTx" presStyleLbl="alignAccFollowNode1" presStyleIdx="3" presStyleCnt="5">
        <dgm:presLayoutVars>
          <dgm:bulletEnabled val="1"/>
        </dgm:presLayoutVars>
      </dgm:prSet>
      <dgm:spPr/>
    </dgm:pt>
    <dgm:pt modelId="{24C66170-CA61-40CD-BEB9-4D8885610B18}" type="pres">
      <dgm:prSet presAssocID="{6336BB91-CA80-40EB-82A3-8549DFF920AA}" presName="space" presStyleCnt="0"/>
      <dgm:spPr/>
    </dgm:pt>
    <dgm:pt modelId="{9951DF1A-3217-422E-AD79-1DB47FC078AC}" type="pres">
      <dgm:prSet presAssocID="{280C43E9-2D76-42FC-B6AB-7EC3CDE0F0FD}" presName="composite" presStyleCnt="0"/>
      <dgm:spPr/>
    </dgm:pt>
    <dgm:pt modelId="{0D11CC42-4549-4A4F-83E3-647A70711076}" type="pres">
      <dgm:prSet presAssocID="{280C43E9-2D76-42FC-B6AB-7EC3CDE0F0F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30B9CECD-4FA6-41D0-B153-8DAC766A0258}" type="pres">
      <dgm:prSet presAssocID="{280C43E9-2D76-42FC-B6AB-7EC3CDE0F0F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757F606-A255-4B47-AA80-8052CF43C1E1}" type="presOf" srcId="{CB16261F-D965-4F41-A245-CD836D53AC68}" destId="{30B9CECD-4FA6-41D0-B153-8DAC766A0258}" srcOrd="0" destOrd="0" presId="urn:microsoft.com/office/officeart/2005/8/layout/hList1"/>
    <dgm:cxn modelId="{3FDCF218-E17E-4B19-AFC4-DF28C95F6532}" srcId="{0C50C488-38C0-45BD-AD9E-BA0CA5F9D09A}" destId="{8DC443BE-08E4-44FE-9C24-1C69D31A3433}" srcOrd="0" destOrd="0" parTransId="{D799A4EC-CD36-49FA-8A01-D0F35961A3FD}" sibTransId="{FD4DD097-8479-49C3-8C3F-2EC1AC8A848F}"/>
    <dgm:cxn modelId="{3929971D-54D8-475F-A9A2-DDDA50938DD9}" type="presOf" srcId="{280C43E9-2D76-42FC-B6AB-7EC3CDE0F0FD}" destId="{0D11CC42-4549-4A4F-83E3-647A70711076}" srcOrd="0" destOrd="0" presId="urn:microsoft.com/office/officeart/2005/8/layout/hList1"/>
    <dgm:cxn modelId="{E26F652C-8A0D-4F7A-A148-1B7CEC794E1D}" type="presOf" srcId="{5FC23C4E-8D1A-4E8D-B76D-4C18A0DB453A}" destId="{A3B567B2-8C75-4EE8-8CCB-DE9A8E1B80EC}" srcOrd="0" destOrd="0" presId="urn:microsoft.com/office/officeart/2005/8/layout/hList1"/>
    <dgm:cxn modelId="{9FC07630-47EE-4214-930E-1CEB1BA956E0}" type="presOf" srcId="{2E55A598-2000-4E5C-A98C-07FA1FAB6E7E}" destId="{6FC47FFF-9C27-4DFC-9803-558870AB87A0}" srcOrd="0" destOrd="3" presId="urn:microsoft.com/office/officeart/2005/8/layout/hList1"/>
    <dgm:cxn modelId="{9EEE7B36-476F-4502-8467-0C62C4A2E08E}" srcId="{F4DC6B36-1EFC-4A84-ACE6-C7CAF7F23DE5}" destId="{042DECD0-F81F-4CB0-A2B5-946189AB2F44}" srcOrd="1" destOrd="0" parTransId="{70782B47-A924-407D-B4CD-31BF948AFFE6}" sibTransId="{8E7DFF54-E5FD-4727-82F7-166C5FC4C58A}"/>
    <dgm:cxn modelId="{CDDF5C39-713E-419D-97EA-BED8B9121E86}" srcId="{F4DC6B36-1EFC-4A84-ACE6-C7CAF7F23DE5}" destId="{367B4CCE-77BC-440E-8E34-01CDDEBDBEB7}" srcOrd="0" destOrd="0" parTransId="{6A6641A1-21DE-4061-9A4F-E6E94D328928}" sibTransId="{3F63A8C3-5751-42FA-A85D-BE184833F8E3}"/>
    <dgm:cxn modelId="{5645D65D-0919-4EED-9D4D-E6C2A597E89E}" type="presOf" srcId="{35A6EF8C-49FF-46B8-B93E-A8CBBA1017BF}" destId="{46C50EEC-486F-4B72-BE38-F4CDC1D64D4C}" srcOrd="0" destOrd="0" presId="urn:microsoft.com/office/officeart/2005/8/layout/hList1"/>
    <dgm:cxn modelId="{08FA665E-06CB-4314-9DB5-FC73FCF85AEE}" srcId="{D0E9C873-B4FA-4CDE-8A19-8CEB930DB573}" destId="{35A6EF8C-49FF-46B8-B93E-A8CBBA1017BF}" srcOrd="0" destOrd="0" parTransId="{F5925161-1811-4542-B871-BD3789A9ED54}" sibTransId="{E754AD81-4CE4-463C-9360-58C3CDB70612}"/>
    <dgm:cxn modelId="{8239AA53-C590-4FF1-A75B-ACDC3D4FE47D}" srcId="{0C50C488-38C0-45BD-AD9E-BA0CA5F9D09A}" destId="{D0E9C873-B4FA-4CDE-8A19-8CEB930DB573}" srcOrd="3" destOrd="0" parTransId="{B77FA17F-27FD-4D43-8E81-63306D5B903A}" sibTransId="{6336BB91-CA80-40EB-82A3-8549DFF920AA}"/>
    <dgm:cxn modelId="{6897B97A-66C1-44F3-8104-710FC655F60D}" type="presOf" srcId="{9859A4B8-958F-432C-B782-BDD2E44F51E7}" destId="{959A0E5C-67EB-42E8-88BB-F029A854AE96}" srcOrd="0" destOrd="0" presId="urn:microsoft.com/office/officeart/2005/8/layout/hList1"/>
    <dgm:cxn modelId="{42CC809A-8A86-4215-8EC9-294C95AB820B}" type="presOf" srcId="{8DC443BE-08E4-44FE-9C24-1C69D31A3433}" destId="{A22B4A49-F288-4F94-B88D-62DC43AC1C61}" srcOrd="0" destOrd="0" presId="urn:microsoft.com/office/officeart/2005/8/layout/hList1"/>
    <dgm:cxn modelId="{51129F9E-4DD6-4D8D-871F-EC2029D8A430}" type="presOf" srcId="{042DECD0-F81F-4CB0-A2B5-946189AB2F44}" destId="{6FC47FFF-9C27-4DFC-9803-558870AB87A0}" srcOrd="0" destOrd="2" presId="urn:microsoft.com/office/officeart/2005/8/layout/hList1"/>
    <dgm:cxn modelId="{2186B3A0-24BE-46CC-A77A-8258401BC20B}" type="presOf" srcId="{367B4CCE-77BC-440E-8E34-01CDDEBDBEB7}" destId="{6FC47FFF-9C27-4DFC-9803-558870AB87A0}" srcOrd="0" destOrd="1" presId="urn:microsoft.com/office/officeart/2005/8/layout/hList1"/>
    <dgm:cxn modelId="{BCACD0AC-34F0-4486-A677-F35C8976030C}" srcId="{F4DC6B36-1EFC-4A84-ACE6-C7CAF7F23DE5}" destId="{2E55A598-2000-4E5C-A98C-07FA1FAB6E7E}" srcOrd="2" destOrd="0" parTransId="{1537C5A9-1140-43ED-B9B8-0BA4E8912DDD}" sibTransId="{BC2D2CA4-9798-4AB8-B17F-B73E950F5535}"/>
    <dgm:cxn modelId="{C778E2AF-6310-42F5-94EB-20EABF3F2412}" srcId="{280C43E9-2D76-42FC-B6AB-7EC3CDE0F0FD}" destId="{CB16261F-D965-4F41-A245-CD836D53AC68}" srcOrd="0" destOrd="0" parTransId="{BE5ED7C8-95AC-4139-A1AB-9987BC55E2E4}" sibTransId="{F7887E74-D749-4CC6-882D-33125BBB87A7}"/>
    <dgm:cxn modelId="{624F2EB4-36FD-4326-A19C-1132CE1A6E0A}" type="presOf" srcId="{F4DC6B36-1EFC-4A84-ACE6-C7CAF7F23DE5}" destId="{6FC47FFF-9C27-4DFC-9803-558870AB87A0}" srcOrd="0" destOrd="0" presId="urn:microsoft.com/office/officeart/2005/8/layout/hList1"/>
    <dgm:cxn modelId="{994986BC-10C5-43BB-A192-DDE4571535A6}" type="presOf" srcId="{F698C311-BA5B-42EF-B25A-931413C53720}" destId="{5B0581CC-1AB2-417D-AD90-C5AB17D5FBC1}" srcOrd="0" destOrd="0" presId="urn:microsoft.com/office/officeart/2005/8/layout/hList1"/>
    <dgm:cxn modelId="{A72965C1-8EA7-4A73-A747-92E59710D2F4}" type="presOf" srcId="{70C3C201-4088-4A42-A2AE-9F97E775195A}" destId="{79B77C4A-6DC9-4812-99C7-2253D699A3E8}" srcOrd="0" destOrd="0" presId="urn:microsoft.com/office/officeart/2005/8/layout/hList1"/>
    <dgm:cxn modelId="{904EF2C7-99D9-48BC-AC64-067BA383FC3A}" srcId="{0C50C488-38C0-45BD-AD9E-BA0CA5F9D09A}" destId="{70C3C201-4088-4A42-A2AE-9F97E775195A}" srcOrd="1" destOrd="0" parTransId="{AFD88CC8-E880-4937-894C-FD41D67BDF32}" sibTransId="{99440FF4-EB3D-4672-8AD2-6E6EEAD9E54A}"/>
    <dgm:cxn modelId="{6FF73DDE-7D46-402C-BC54-5F7760AA0C08}" srcId="{70C3C201-4088-4A42-A2AE-9F97E775195A}" destId="{F4DC6B36-1EFC-4A84-ACE6-C7CAF7F23DE5}" srcOrd="0" destOrd="0" parTransId="{0CAA4E0A-E2BE-4784-86BF-23433D01B236}" sibTransId="{BA922A55-EE9F-467A-A3DF-75DDDBB1E189}"/>
    <dgm:cxn modelId="{F7C9DFF1-5F53-4D3C-B4AC-B3E01CE10612}" srcId="{8DC443BE-08E4-44FE-9C24-1C69D31A3433}" destId="{F698C311-BA5B-42EF-B25A-931413C53720}" srcOrd="0" destOrd="0" parTransId="{B3010F2C-FF44-45D4-A8E7-6284E2F71C24}" sibTransId="{23254015-132B-4224-92C0-1785B2DC08E9}"/>
    <dgm:cxn modelId="{EAEFE4F1-E9E2-47AE-9E74-68E297A3709E}" type="presOf" srcId="{0C50C488-38C0-45BD-AD9E-BA0CA5F9D09A}" destId="{CD51544E-05D3-4D24-87AA-4E532405D138}" srcOrd="0" destOrd="0" presId="urn:microsoft.com/office/officeart/2005/8/layout/hList1"/>
    <dgm:cxn modelId="{7E505BF3-4BD5-4751-89DA-229152009D9E}" type="presOf" srcId="{D0E9C873-B4FA-4CDE-8A19-8CEB930DB573}" destId="{4D6CACFE-A423-42B6-8EBC-B0FEF794CEF7}" srcOrd="0" destOrd="0" presId="urn:microsoft.com/office/officeart/2005/8/layout/hList1"/>
    <dgm:cxn modelId="{ED977CF5-FDAC-4FA4-AE9B-872F6AAE6E35}" srcId="{0C50C488-38C0-45BD-AD9E-BA0CA5F9D09A}" destId="{9859A4B8-958F-432C-B782-BDD2E44F51E7}" srcOrd="2" destOrd="0" parTransId="{FD27A4EA-9EAC-4246-82E4-54244A8264DC}" sibTransId="{D91543D0-7D39-4590-9677-64785DEF65F4}"/>
    <dgm:cxn modelId="{220425F6-13A4-456C-837C-4F837A7D19F2}" srcId="{9859A4B8-958F-432C-B782-BDD2E44F51E7}" destId="{5FC23C4E-8D1A-4E8D-B76D-4C18A0DB453A}" srcOrd="0" destOrd="0" parTransId="{5440C584-8BA9-44E8-A220-9AB21BCF5F97}" sibTransId="{66D6B9DB-14E2-43D4-9E7A-81EA6AD0A9F1}"/>
    <dgm:cxn modelId="{A779B5F7-147E-4509-8CA7-D84F0E807323}" srcId="{0C50C488-38C0-45BD-AD9E-BA0CA5F9D09A}" destId="{280C43E9-2D76-42FC-B6AB-7EC3CDE0F0FD}" srcOrd="4" destOrd="0" parTransId="{4D0FC848-860E-4F5E-80CA-3587D0ABDFA2}" sibTransId="{539D8644-EA27-48F7-8F7B-0E56AC203E40}"/>
    <dgm:cxn modelId="{4AEF380A-68C0-4E84-AB3C-2B9DC1F928F0}" type="presParOf" srcId="{CD51544E-05D3-4D24-87AA-4E532405D138}" destId="{3C502456-D791-4094-984A-2D62C984A074}" srcOrd="0" destOrd="0" presId="urn:microsoft.com/office/officeart/2005/8/layout/hList1"/>
    <dgm:cxn modelId="{55B74EE7-6276-442C-B3D2-DBA8EF39930A}" type="presParOf" srcId="{3C502456-D791-4094-984A-2D62C984A074}" destId="{A22B4A49-F288-4F94-B88D-62DC43AC1C61}" srcOrd="0" destOrd="0" presId="urn:microsoft.com/office/officeart/2005/8/layout/hList1"/>
    <dgm:cxn modelId="{FA0BB15D-EEC6-4AD4-ADDB-AF02EFE48CC3}" type="presParOf" srcId="{3C502456-D791-4094-984A-2D62C984A074}" destId="{5B0581CC-1AB2-417D-AD90-C5AB17D5FBC1}" srcOrd="1" destOrd="0" presId="urn:microsoft.com/office/officeart/2005/8/layout/hList1"/>
    <dgm:cxn modelId="{15E8A948-3F1E-40AC-B948-8339C326E50C}" type="presParOf" srcId="{CD51544E-05D3-4D24-87AA-4E532405D138}" destId="{BE25A118-B884-4963-AA35-1971C2E80119}" srcOrd="1" destOrd="0" presId="urn:microsoft.com/office/officeart/2005/8/layout/hList1"/>
    <dgm:cxn modelId="{56F629F3-A201-47D0-AC4F-55613FB87590}" type="presParOf" srcId="{CD51544E-05D3-4D24-87AA-4E532405D138}" destId="{B6583FAE-8104-4A56-80D3-A9692219A5D4}" srcOrd="2" destOrd="0" presId="urn:microsoft.com/office/officeart/2005/8/layout/hList1"/>
    <dgm:cxn modelId="{FF553918-7400-4869-8784-1A0F95FF126B}" type="presParOf" srcId="{B6583FAE-8104-4A56-80D3-A9692219A5D4}" destId="{79B77C4A-6DC9-4812-99C7-2253D699A3E8}" srcOrd="0" destOrd="0" presId="urn:microsoft.com/office/officeart/2005/8/layout/hList1"/>
    <dgm:cxn modelId="{BD06BF97-7F91-4BF2-B238-54D1A2579280}" type="presParOf" srcId="{B6583FAE-8104-4A56-80D3-A9692219A5D4}" destId="{6FC47FFF-9C27-4DFC-9803-558870AB87A0}" srcOrd="1" destOrd="0" presId="urn:microsoft.com/office/officeart/2005/8/layout/hList1"/>
    <dgm:cxn modelId="{C6413ED0-4084-4A38-8F4A-A6DD619C4D26}" type="presParOf" srcId="{CD51544E-05D3-4D24-87AA-4E532405D138}" destId="{5314953B-3A71-42F2-AA9A-569177E951A3}" srcOrd="3" destOrd="0" presId="urn:microsoft.com/office/officeart/2005/8/layout/hList1"/>
    <dgm:cxn modelId="{75921966-AF51-44DF-AD6B-1CBC88A5A209}" type="presParOf" srcId="{CD51544E-05D3-4D24-87AA-4E532405D138}" destId="{3F0CD81E-FA78-4682-BDA3-CF1C8E91B97B}" srcOrd="4" destOrd="0" presId="urn:microsoft.com/office/officeart/2005/8/layout/hList1"/>
    <dgm:cxn modelId="{C6CA8453-F7FC-4D19-9421-55763CD76A11}" type="presParOf" srcId="{3F0CD81E-FA78-4682-BDA3-CF1C8E91B97B}" destId="{959A0E5C-67EB-42E8-88BB-F029A854AE96}" srcOrd="0" destOrd="0" presId="urn:microsoft.com/office/officeart/2005/8/layout/hList1"/>
    <dgm:cxn modelId="{C7794AFC-CB66-49FE-9626-8581A421DCFD}" type="presParOf" srcId="{3F0CD81E-FA78-4682-BDA3-CF1C8E91B97B}" destId="{A3B567B2-8C75-4EE8-8CCB-DE9A8E1B80EC}" srcOrd="1" destOrd="0" presId="urn:microsoft.com/office/officeart/2005/8/layout/hList1"/>
    <dgm:cxn modelId="{89CBC377-DC9B-4DF8-8ACB-D5C18CBB3D37}" type="presParOf" srcId="{CD51544E-05D3-4D24-87AA-4E532405D138}" destId="{9B948D39-7EC9-4BA0-BD1F-61F92F325F8F}" srcOrd="5" destOrd="0" presId="urn:microsoft.com/office/officeart/2005/8/layout/hList1"/>
    <dgm:cxn modelId="{81BA4BBE-DB78-4138-B871-0CE76A2A4D79}" type="presParOf" srcId="{CD51544E-05D3-4D24-87AA-4E532405D138}" destId="{211A0A6B-5128-4685-A185-35BF3B18B087}" srcOrd="6" destOrd="0" presId="urn:microsoft.com/office/officeart/2005/8/layout/hList1"/>
    <dgm:cxn modelId="{944569AE-3E18-413D-A47A-EC6605391286}" type="presParOf" srcId="{211A0A6B-5128-4685-A185-35BF3B18B087}" destId="{4D6CACFE-A423-42B6-8EBC-B0FEF794CEF7}" srcOrd="0" destOrd="0" presId="urn:microsoft.com/office/officeart/2005/8/layout/hList1"/>
    <dgm:cxn modelId="{D607B37E-1B59-4D5C-8037-D730F81896DF}" type="presParOf" srcId="{211A0A6B-5128-4685-A185-35BF3B18B087}" destId="{46C50EEC-486F-4B72-BE38-F4CDC1D64D4C}" srcOrd="1" destOrd="0" presId="urn:microsoft.com/office/officeart/2005/8/layout/hList1"/>
    <dgm:cxn modelId="{97B9C7A6-ABED-4CC6-907C-47290D2450F9}" type="presParOf" srcId="{CD51544E-05D3-4D24-87AA-4E532405D138}" destId="{24C66170-CA61-40CD-BEB9-4D8885610B18}" srcOrd="7" destOrd="0" presId="urn:microsoft.com/office/officeart/2005/8/layout/hList1"/>
    <dgm:cxn modelId="{ECDDEE92-8DE0-4BD6-B9C4-D9EFBBA9B38F}" type="presParOf" srcId="{CD51544E-05D3-4D24-87AA-4E532405D138}" destId="{9951DF1A-3217-422E-AD79-1DB47FC078AC}" srcOrd="8" destOrd="0" presId="urn:microsoft.com/office/officeart/2005/8/layout/hList1"/>
    <dgm:cxn modelId="{B463B30A-D3E3-4B41-8382-1950F978C20C}" type="presParOf" srcId="{9951DF1A-3217-422E-AD79-1DB47FC078AC}" destId="{0D11CC42-4549-4A4F-83E3-647A70711076}" srcOrd="0" destOrd="0" presId="urn:microsoft.com/office/officeart/2005/8/layout/hList1"/>
    <dgm:cxn modelId="{00B26231-D8F2-4D2A-8FEC-BC80174E426C}" type="presParOf" srcId="{9951DF1A-3217-422E-AD79-1DB47FC078AC}" destId="{30B9CECD-4FA6-41D0-B153-8DAC766A025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214F1C-2E48-438F-9CBA-B0CBD08E0B6F}" type="doc">
      <dgm:prSet loTypeId="urn:microsoft.com/office/officeart/2005/8/layout/hProcess10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0C5E77A-E358-4CEC-84DF-FD9B0690350D}">
      <dgm:prSet phldrT="[Texte]" custT="1"/>
      <dgm:spPr/>
      <dgm:t>
        <a:bodyPr/>
        <a:lstStyle/>
        <a:p>
          <a:r>
            <a:rPr lang="fr-FR" sz="1200" dirty="0" err="1"/>
            <a:t>Working</a:t>
          </a:r>
          <a:r>
            <a:rPr lang="fr-FR" sz="1200" dirty="0"/>
            <a:t> but </a:t>
          </a:r>
          <a:r>
            <a:rPr lang="fr-FR" sz="1200" dirty="0" err="1"/>
            <a:t>too</a:t>
          </a:r>
          <a:r>
            <a:rPr lang="fr-FR" sz="1200" dirty="0"/>
            <a:t> </a:t>
          </a:r>
          <a:r>
            <a:rPr lang="fr-FR" sz="1200" dirty="0" err="1"/>
            <a:t>heavy</a:t>
          </a:r>
          <a:r>
            <a:rPr lang="fr-FR" sz="1200" dirty="0"/>
            <a:t> </a:t>
          </a:r>
        </a:p>
      </dgm:t>
    </dgm:pt>
    <dgm:pt modelId="{4A775C38-BCA4-47E3-B18D-9C1CF529C4E5}" type="parTrans" cxnId="{2D0BFFF8-98B4-4667-968F-8E1B7B1E33F6}">
      <dgm:prSet/>
      <dgm:spPr/>
      <dgm:t>
        <a:bodyPr/>
        <a:lstStyle/>
        <a:p>
          <a:endParaRPr lang="fr-FR"/>
        </a:p>
      </dgm:t>
    </dgm:pt>
    <dgm:pt modelId="{53289F96-53DA-4533-A29A-C0EBF4898371}" type="sibTrans" cxnId="{2D0BFFF8-98B4-4667-968F-8E1B7B1E33F6}">
      <dgm:prSet/>
      <dgm:spPr/>
      <dgm:t>
        <a:bodyPr/>
        <a:lstStyle/>
        <a:p>
          <a:endParaRPr lang="fr-FR"/>
        </a:p>
      </dgm:t>
    </dgm:pt>
    <dgm:pt modelId="{0D15E805-A83E-4638-9140-8FCD184883BA}">
      <dgm:prSet phldrT="[Texte]" custT="1"/>
      <dgm:spPr/>
      <dgm:t>
        <a:bodyPr/>
        <a:lstStyle/>
        <a:p>
          <a:r>
            <a:rPr lang="fr-FR" sz="1200" dirty="0"/>
            <a:t>New printing </a:t>
          </a:r>
          <a:r>
            <a:rPr lang="fr-FR" sz="1200" dirty="0">
              <a:sym typeface="Wingdings" panose="05000000000000000000" pitchFamily="2" charset="2"/>
            </a:rPr>
            <a:t> </a:t>
          </a:r>
          <a:r>
            <a:rPr lang="fr-FR" sz="1200" dirty="0" err="1">
              <a:sym typeface="Wingdings" panose="05000000000000000000" pitchFamily="2" charset="2"/>
            </a:rPr>
            <a:t>Lighter</a:t>
          </a:r>
          <a:r>
            <a:rPr lang="fr-FR" sz="1200" dirty="0">
              <a:sym typeface="Wingdings" panose="05000000000000000000" pitchFamily="2" charset="2"/>
            </a:rPr>
            <a:t> &amp; </a:t>
          </a:r>
          <a:r>
            <a:rPr lang="fr-FR" sz="1200" dirty="0" err="1">
              <a:sym typeface="Wingdings" panose="05000000000000000000" pitchFamily="2" charset="2"/>
            </a:rPr>
            <a:t>stronger</a:t>
          </a:r>
          <a:endParaRPr lang="fr-FR" sz="1200" dirty="0"/>
        </a:p>
      </dgm:t>
    </dgm:pt>
    <dgm:pt modelId="{25E95526-F192-415E-9406-23B373908D1F}" type="parTrans" cxnId="{93E4407F-1476-40F5-BC4F-1D9856674F44}">
      <dgm:prSet/>
      <dgm:spPr/>
      <dgm:t>
        <a:bodyPr/>
        <a:lstStyle/>
        <a:p>
          <a:endParaRPr lang="fr-FR"/>
        </a:p>
      </dgm:t>
    </dgm:pt>
    <dgm:pt modelId="{69D92D32-3D0C-441C-964E-379CC64C2537}" type="sibTrans" cxnId="{93E4407F-1476-40F5-BC4F-1D9856674F44}">
      <dgm:prSet/>
      <dgm:spPr/>
      <dgm:t>
        <a:bodyPr/>
        <a:lstStyle/>
        <a:p>
          <a:endParaRPr lang="fr-FR"/>
        </a:p>
      </dgm:t>
    </dgm:pt>
    <dgm:pt modelId="{AC5C179E-4401-4F40-B416-94DCA51CE277}">
      <dgm:prSet phldrT="[Texte]" custT="1"/>
      <dgm:spPr/>
      <dgm:t>
        <a:bodyPr/>
        <a:lstStyle/>
        <a:p>
          <a:r>
            <a:rPr lang="fr-FR" sz="1200" dirty="0"/>
            <a:t>New </a:t>
          </a:r>
          <a:r>
            <a:rPr lang="fr-FR" sz="1200" dirty="0" err="1"/>
            <a:t>attachment</a:t>
          </a:r>
          <a:r>
            <a:rPr lang="fr-FR" sz="1200" dirty="0"/>
            <a:t> </a:t>
          </a:r>
          <a:r>
            <a:rPr lang="fr-FR" sz="1200" dirty="0">
              <a:sym typeface="Wingdings" panose="05000000000000000000" pitchFamily="2" charset="2"/>
            </a:rPr>
            <a:t> </a:t>
          </a:r>
          <a:r>
            <a:rPr lang="fr-FR" sz="1200" dirty="0" err="1">
              <a:sym typeface="Wingdings" panose="05000000000000000000" pitchFamily="2" charset="2"/>
            </a:rPr>
            <a:t>stronger</a:t>
          </a:r>
          <a:endParaRPr lang="fr-FR" sz="1200" dirty="0"/>
        </a:p>
      </dgm:t>
    </dgm:pt>
    <dgm:pt modelId="{9C462015-4EEA-423E-8A3D-546DDD9F1767}" type="sibTrans" cxnId="{DBCDD1BE-8F5E-4A1A-9B67-5449CA6867D2}">
      <dgm:prSet/>
      <dgm:spPr/>
      <dgm:t>
        <a:bodyPr/>
        <a:lstStyle/>
        <a:p>
          <a:endParaRPr lang="fr-FR"/>
        </a:p>
      </dgm:t>
    </dgm:pt>
    <dgm:pt modelId="{DDAFAF7D-ED53-4C66-9C38-5A658C8C577C}" type="parTrans" cxnId="{DBCDD1BE-8F5E-4A1A-9B67-5449CA6867D2}">
      <dgm:prSet/>
      <dgm:spPr/>
      <dgm:t>
        <a:bodyPr/>
        <a:lstStyle/>
        <a:p>
          <a:endParaRPr lang="fr-FR"/>
        </a:p>
      </dgm:t>
    </dgm:pt>
    <dgm:pt modelId="{5FC607A2-13D9-44FD-A74D-8AE4F6DF597F}">
      <dgm:prSet phldrT="[Texte]"/>
      <dgm:spPr/>
      <dgm:t>
        <a:bodyPr/>
        <a:lstStyle/>
        <a:p>
          <a:endParaRPr lang="fr-FR" sz="1400" dirty="0"/>
        </a:p>
      </dgm:t>
    </dgm:pt>
    <dgm:pt modelId="{7D43E418-947C-40C7-BC29-E1DE5FEDB0A1}" type="sibTrans" cxnId="{409ADB08-AEA0-4D05-AB30-8BBC1E1DE800}">
      <dgm:prSet/>
      <dgm:spPr/>
      <dgm:t>
        <a:bodyPr/>
        <a:lstStyle/>
        <a:p>
          <a:endParaRPr lang="fr-FR"/>
        </a:p>
      </dgm:t>
    </dgm:pt>
    <dgm:pt modelId="{EF27AE2B-0514-4E07-883D-D034B1D137F0}" type="parTrans" cxnId="{409ADB08-AEA0-4D05-AB30-8BBC1E1DE800}">
      <dgm:prSet/>
      <dgm:spPr/>
      <dgm:t>
        <a:bodyPr/>
        <a:lstStyle/>
        <a:p>
          <a:endParaRPr lang="fr-FR"/>
        </a:p>
      </dgm:t>
    </dgm:pt>
    <dgm:pt modelId="{BF781472-0463-476B-A166-90025E6E82C5}">
      <dgm:prSet phldrT="[Texte]"/>
      <dgm:spPr/>
      <dgm:t>
        <a:bodyPr/>
        <a:lstStyle/>
        <a:p>
          <a:endParaRPr lang="fr-FR" sz="1400" dirty="0"/>
        </a:p>
      </dgm:t>
    </dgm:pt>
    <dgm:pt modelId="{61F94944-3855-418C-827B-4827A0ADBBB3}" type="sibTrans" cxnId="{0ACB7D4E-A327-4ADF-82A6-9AFEEB9E5CE5}">
      <dgm:prSet/>
      <dgm:spPr/>
      <dgm:t>
        <a:bodyPr/>
        <a:lstStyle/>
        <a:p>
          <a:endParaRPr lang="fr-FR"/>
        </a:p>
      </dgm:t>
    </dgm:pt>
    <dgm:pt modelId="{0DB426A1-4042-4F57-A45F-E4B5C97537DD}" type="parTrans" cxnId="{0ACB7D4E-A327-4ADF-82A6-9AFEEB9E5CE5}">
      <dgm:prSet/>
      <dgm:spPr/>
      <dgm:t>
        <a:bodyPr/>
        <a:lstStyle/>
        <a:p>
          <a:endParaRPr lang="fr-FR"/>
        </a:p>
      </dgm:t>
    </dgm:pt>
    <dgm:pt modelId="{7A428D7A-0ABB-44DC-876A-5D0DBF149E6B}" type="pres">
      <dgm:prSet presAssocID="{C5214F1C-2E48-438F-9CBA-B0CBD08E0B6F}" presName="Name0" presStyleCnt="0">
        <dgm:presLayoutVars>
          <dgm:dir/>
          <dgm:resizeHandles val="exact"/>
        </dgm:presLayoutVars>
      </dgm:prSet>
      <dgm:spPr/>
    </dgm:pt>
    <dgm:pt modelId="{E362AAF0-21E9-4F80-A9DA-8C0AE4260E99}" type="pres">
      <dgm:prSet presAssocID="{BF781472-0463-476B-A166-90025E6E82C5}" presName="composite" presStyleCnt="0"/>
      <dgm:spPr/>
    </dgm:pt>
    <dgm:pt modelId="{6AECD889-0B7D-4807-A85A-139CCFD857CD}" type="pres">
      <dgm:prSet presAssocID="{BF781472-0463-476B-A166-90025E6E82C5}" presName="imagSh" presStyleLbl="bgImgPlace1" presStyleIdx="0" presStyleCnt="2" custLinFactNeighborX="-112" custLinFactNeighborY="6719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523" t="-23426" r="8523" b="-24574"/>
          </a:stretch>
        </a:blipFill>
      </dgm:spPr>
    </dgm:pt>
    <dgm:pt modelId="{AC8B9536-67B2-4398-A8DA-D80E9E0FF154}" type="pres">
      <dgm:prSet presAssocID="{BF781472-0463-476B-A166-90025E6E82C5}" presName="txNode" presStyleLbl="node1" presStyleIdx="0" presStyleCnt="2">
        <dgm:presLayoutVars>
          <dgm:bulletEnabled val="1"/>
        </dgm:presLayoutVars>
      </dgm:prSet>
      <dgm:spPr/>
    </dgm:pt>
    <dgm:pt modelId="{DF5FF021-6173-4F87-A4B3-9B9A5E60B5F9}" type="pres">
      <dgm:prSet presAssocID="{61F94944-3855-418C-827B-4827A0ADBBB3}" presName="sibTrans" presStyleLbl="sibTrans2D1" presStyleIdx="0" presStyleCnt="1"/>
      <dgm:spPr/>
    </dgm:pt>
    <dgm:pt modelId="{43234884-5F1D-4D87-9949-1FF8CD447EE8}" type="pres">
      <dgm:prSet presAssocID="{61F94944-3855-418C-827B-4827A0ADBBB3}" presName="connTx" presStyleLbl="sibTrans2D1" presStyleIdx="0" presStyleCnt="1"/>
      <dgm:spPr/>
    </dgm:pt>
    <dgm:pt modelId="{C5165D2F-4CEC-4872-A082-3C3FB7934DC2}" type="pres">
      <dgm:prSet presAssocID="{5FC607A2-13D9-44FD-A74D-8AE4F6DF597F}" presName="composite" presStyleCnt="0"/>
      <dgm:spPr/>
    </dgm:pt>
    <dgm:pt modelId="{FA259CC7-2690-4CF6-B2B1-127E4E6C462A}" type="pres">
      <dgm:prSet presAssocID="{5FC607A2-13D9-44FD-A74D-8AE4F6DF597F}" presName="imagSh" presStyleLbl="b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52F1720E-A505-4830-91B7-42815D4E0E42}" type="pres">
      <dgm:prSet presAssocID="{5FC607A2-13D9-44FD-A74D-8AE4F6DF597F}" presName="txNode" presStyleLbl="node1" presStyleIdx="1" presStyleCnt="2">
        <dgm:presLayoutVars>
          <dgm:bulletEnabled val="1"/>
        </dgm:presLayoutVars>
      </dgm:prSet>
      <dgm:spPr/>
    </dgm:pt>
  </dgm:ptLst>
  <dgm:cxnLst>
    <dgm:cxn modelId="{409ADB08-AEA0-4D05-AB30-8BBC1E1DE800}" srcId="{C5214F1C-2E48-438F-9CBA-B0CBD08E0B6F}" destId="{5FC607A2-13D9-44FD-A74D-8AE4F6DF597F}" srcOrd="1" destOrd="0" parTransId="{EF27AE2B-0514-4E07-883D-D034B1D137F0}" sibTransId="{7D43E418-947C-40C7-BC29-E1DE5FEDB0A1}"/>
    <dgm:cxn modelId="{5BA0D813-37C8-40D3-B86A-0CD18BB9AA9A}" type="presOf" srcId="{BF781472-0463-476B-A166-90025E6E82C5}" destId="{AC8B9536-67B2-4398-A8DA-D80E9E0FF154}" srcOrd="0" destOrd="0" presId="urn:microsoft.com/office/officeart/2005/8/layout/hProcess10"/>
    <dgm:cxn modelId="{1093FE1A-A3E2-48C8-9F61-69801AA4A93F}" type="presOf" srcId="{61F94944-3855-418C-827B-4827A0ADBBB3}" destId="{DF5FF021-6173-4F87-A4B3-9B9A5E60B5F9}" srcOrd="0" destOrd="0" presId="urn:microsoft.com/office/officeart/2005/8/layout/hProcess10"/>
    <dgm:cxn modelId="{D8B0161C-2D27-4CF9-A544-FD932C7C7D82}" type="presOf" srcId="{5FC607A2-13D9-44FD-A74D-8AE4F6DF597F}" destId="{52F1720E-A505-4830-91B7-42815D4E0E42}" srcOrd="0" destOrd="0" presId="urn:microsoft.com/office/officeart/2005/8/layout/hProcess10"/>
    <dgm:cxn modelId="{D085DC4C-FB39-4555-9437-DCC45EFF84F9}" type="presOf" srcId="{0D15E805-A83E-4638-9140-8FCD184883BA}" destId="{52F1720E-A505-4830-91B7-42815D4E0E42}" srcOrd="0" destOrd="1" presId="urn:microsoft.com/office/officeart/2005/8/layout/hProcess10"/>
    <dgm:cxn modelId="{0ACB7D4E-A327-4ADF-82A6-9AFEEB9E5CE5}" srcId="{C5214F1C-2E48-438F-9CBA-B0CBD08E0B6F}" destId="{BF781472-0463-476B-A166-90025E6E82C5}" srcOrd="0" destOrd="0" parTransId="{0DB426A1-4042-4F57-A45F-E4B5C97537DD}" sibTransId="{61F94944-3855-418C-827B-4827A0ADBBB3}"/>
    <dgm:cxn modelId="{CE603A79-E0FD-4ACC-BFA8-4D7AB8FB18ED}" type="presOf" srcId="{B0C5E77A-E358-4CEC-84DF-FD9B0690350D}" destId="{AC8B9536-67B2-4398-A8DA-D80E9E0FF154}" srcOrd="0" destOrd="1" presId="urn:microsoft.com/office/officeart/2005/8/layout/hProcess10"/>
    <dgm:cxn modelId="{93E4407F-1476-40F5-BC4F-1D9856674F44}" srcId="{5FC607A2-13D9-44FD-A74D-8AE4F6DF597F}" destId="{0D15E805-A83E-4638-9140-8FCD184883BA}" srcOrd="0" destOrd="0" parTransId="{25E95526-F192-415E-9406-23B373908D1F}" sibTransId="{69D92D32-3D0C-441C-964E-379CC64C2537}"/>
    <dgm:cxn modelId="{B6355386-CB23-4AA7-A19F-176824349CBE}" type="presOf" srcId="{61F94944-3855-418C-827B-4827A0ADBBB3}" destId="{43234884-5F1D-4D87-9949-1FF8CD447EE8}" srcOrd="1" destOrd="0" presId="urn:microsoft.com/office/officeart/2005/8/layout/hProcess10"/>
    <dgm:cxn modelId="{DBCDD1BE-8F5E-4A1A-9B67-5449CA6867D2}" srcId="{5FC607A2-13D9-44FD-A74D-8AE4F6DF597F}" destId="{AC5C179E-4401-4F40-B416-94DCA51CE277}" srcOrd="1" destOrd="0" parTransId="{DDAFAF7D-ED53-4C66-9C38-5A658C8C577C}" sibTransId="{9C462015-4EEA-423E-8A3D-546DDD9F1767}"/>
    <dgm:cxn modelId="{7EE39BC7-6F03-4C5F-9AC7-218D9ADB1580}" type="presOf" srcId="{AC5C179E-4401-4F40-B416-94DCA51CE277}" destId="{52F1720E-A505-4830-91B7-42815D4E0E42}" srcOrd="0" destOrd="2" presId="urn:microsoft.com/office/officeart/2005/8/layout/hProcess10"/>
    <dgm:cxn modelId="{5C718DD9-031A-46FD-A139-135B7CA875B0}" type="presOf" srcId="{C5214F1C-2E48-438F-9CBA-B0CBD08E0B6F}" destId="{7A428D7A-0ABB-44DC-876A-5D0DBF149E6B}" srcOrd="0" destOrd="0" presId="urn:microsoft.com/office/officeart/2005/8/layout/hProcess10"/>
    <dgm:cxn modelId="{2D0BFFF8-98B4-4667-968F-8E1B7B1E33F6}" srcId="{BF781472-0463-476B-A166-90025E6E82C5}" destId="{B0C5E77A-E358-4CEC-84DF-FD9B0690350D}" srcOrd="0" destOrd="0" parTransId="{4A775C38-BCA4-47E3-B18D-9C1CF529C4E5}" sibTransId="{53289F96-53DA-4533-A29A-C0EBF4898371}"/>
    <dgm:cxn modelId="{C5897365-3D75-4EA8-A707-8818E12F2AFA}" type="presParOf" srcId="{7A428D7A-0ABB-44DC-876A-5D0DBF149E6B}" destId="{E362AAF0-21E9-4F80-A9DA-8C0AE4260E99}" srcOrd="0" destOrd="0" presId="urn:microsoft.com/office/officeart/2005/8/layout/hProcess10"/>
    <dgm:cxn modelId="{122B5085-3E30-4C43-9C3D-8F8073186BDF}" type="presParOf" srcId="{E362AAF0-21E9-4F80-A9DA-8C0AE4260E99}" destId="{6AECD889-0B7D-4807-A85A-139CCFD857CD}" srcOrd="0" destOrd="0" presId="urn:microsoft.com/office/officeart/2005/8/layout/hProcess10"/>
    <dgm:cxn modelId="{DC91E7F5-678B-4CC5-87F8-71CB8FB599AA}" type="presParOf" srcId="{E362AAF0-21E9-4F80-A9DA-8C0AE4260E99}" destId="{AC8B9536-67B2-4398-A8DA-D80E9E0FF154}" srcOrd="1" destOrd="0" presId="urn:microsoft.com/office/officeart/2005/8/layout/hProcess10"/>
    <dgm:cxn modelId="{DB5BE06E-A6A9-4BEB-96E0-5BF150B94540}" type="presParOf" srcId="{7A428D7A-0ABB-44DC-876A-5D0DBF149E6B}" destId="{DF5FF021-6173-4F87-A4B3-9B9A5E60B5F9}" srcOrd="1" destOrd="0" presId="urn:microsoft.com/office/officeart/2005/8/layout/hProcess10"/>
    <dgm:cxn modelId="{3B8F03D6-2F04-4034-98EB-991F45C369C8}" type="presParOf" srcId="{DF5FF021-6173-4F87-A4B3-9B9A5E60B5F9}" destId="{43234884-5F1D-4D87-9949-1FF8CD447EE8}" srcOrd="0" destOrd="0" presId="urn:microsoft.com/office/officeart/2005/8/layout/hProcess10"/>
    <dgm:cxn modelId="{9F8DA07A-E97D-4844-8820-D1432DABC040}" type="presParOf" srcId="{7A428D7A-0ABB-44DC-876A-5D0DBF149E6B}" destId="{C5165D2F-4CEC-4872-A082-3C3FB7934DC2}" srcOrd="2" destOrd="0" presId="urn:microsoft.com/office/officeart/2005/8/layout/hProcess10"/>
    <dgm:cxn modelId="{3C509E26-1463-4235-8610-F35E34170397}" type="presParOf" srcId="{C5165D2F-4CEC-4872-A082-3C3FB7934DC2}" destId="{FA259CC7-2690-4CF6-B2B1-127E4E6C462A}" srcOrd="0" destOrd="0" presId="urn:microsoft.com/office/officeart/2005/8/layout/hProcess10"/>
    <dgm:cxn modelId="{55BB6EA5-172B-4603-AAC9-5AB6DFC9EB5E}" type="presParOf" srcId="{C5165D2F-4CEC-4872-A082-3C3FB7934DC2}" destId="{52F1720E-A505-4830-91B7-42815D4E0E4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214F1C-2E48-438F-9CBA-B0CBD08E0B6F}" type="doc">
      <dgm:prSet loTypeId="urn:microsoft.com/office/officeart/2005/8/layout/hProcess10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781472-0463-476B-A166-90025E6E82C5}">
      <dgm:prSet phldrT="[Texte]"/>
      <dgm:spPr/>
      <dgm:t>
        <a:bodyPr/>
        <a:lstStyle/>
        <a:p>
          <a:endParaRPr lang="fr-FR" sz="1400" dirty="0"/>
        </a:p>
      </dgm:t>
    </dgm:pt>
    <dgm:pt modelId="{0DB426A1-4042-4F57-A45F-E4B5C97537DD}" type="parTrans" cxnId="{0ACB7D4E-A327-4ADF-82A6-9AFEEB9E5CE5}">
      <dgm:prSet/>
      <dgm:spPr/>
      <dgm:t>
        <a:bodyPr/>
        <a:lstStyle/>
        <a:p>
          <a:endParaRPr lang="fr-FR"/>
        </a:p>
      </dgm:t>
    </dgm:pt>
    <dgm:pt modelId="{61F94944-3855-418C-827B-4827A0ADBBB3}" type="sibTrans" cxnId="{0ACB7D4E-A327-4ADF-82A6-9AFEEB9E5CE5}">
      <dgm:prSet/>
      <dgm:spPr/>
      <dgm:t>
        <a:bodyPr/>
        <a:lstStyle/>
        <a:p>
          <a:endParaRPr lang="fr-FR"/>
        </a:p>
      </dgm:t>
    </dgm:pt>
    <dgm:pt modelId="{B0C5E77A-E358-4CEC-84DF-FD9B0690350D}">
      <dgm:prSet phldrT="[Texte]" custT="1"/>
      <dgm:spPr/>
      <dgm:t>
        <a:bodyPr/>
        <a:lstStyle/>
        <a:p>
          <a:r>
            <a:rPr lang="fr-FR" sz="1200" dirty="0"/>
            <a:t>Not efficient</a:t>
          </a:r>
        </a:p>
      </dgm:t>
    </dgm:pt>
    <dgm:pt modelId="{4A775C38-BCA4-47E3-B18D-9C1CF529C4E5}" type="parTrans" cxnId="{2D0BFFF8-98B4-4667-968F-8E1B7B1E33F6}">
      <dgm:prSet/>
      <dgm:spPr/>
      <dgm:t>
        <a:bodyPr/>
        <a:lstStyle/>
        <a:p>
          <a:endParaRPr lang="fr-FR"/>
        </a:p>
      </dgm:t>
    </dgm:pt>
    <dgm:pt modelId="{53289F96-53DA-4533-A29A-C0EBF4898371}" type="sibTrans" cxnId="{2D0BFFF8-98B4-4667-968F-8E1B7B1E33F6}">
      <dgm:prSet/>
      <dgm:spPr/>
      <dgm:t>
        <a:bodyPr/>
        <a:lstStyle/>
        <a:p>
          <a:endParaRPr lang="fr-FR"/>
        </a:p>
      </dgm:t>
    </dgm:pt>
    <dgm:pt modelId="{D39FF3AD-FCD7-48A7-8801-073944F19812}">
      <dgm:prSet phldrT="[Texte]" custT="1"/>
      <dgm:spPr/>
      <dgm:t>
        <a:bodyPr/>
        <a:lstStyle/>
        <a:p>
          <a:r>
            <a:rPr lang="fr-FR" sz="1200" dirty="0" err="1"/>
            <a:t>Carousel</a:t>
          </a:r>
          <a:r>
            <a:rPr lang="fr-FR" sz="1200" dirty="0"/>
            <a:t> &amp; </a:t>
          </a:r>
          <a:r>
            <a:rPr lang="fr-FR" sz="1200" dirty="0" err="1"/>
            <a:t>flap</a:t>
          </a:r>
          <a:r>
            <a:rPr lang="fr-FR" sz="1200" dirty="0"/>
            <a:t> </a:t>
          </a:r>
          <a:r>
            <a:rPr lang="fr-FR" sz="1200" dirty="0" err="1"/>
            <a:t>turn</a:t>
          </a:r>
          <a:r>
            <a:rPr lang="fr-FR" sz="1200" dirty="0"/>
            <a:t> inconstant</a:t>
          </a:r>
        </a:p>
      </dgm:t>
    </dgm:pt>
    <dgm:pt modelId="{73B97F13-F75E-41C2-94BA-40783C7BC9A9}" type="parTrans" cxnId="{81717DB8-AAC6-4A98-A518-E854FEF55EF0}">
      <dgm:prSet/>
      <dgm:spPr/>
      <dgm:t>
        <a:bodyPr/>
        <a:lstStyle/>
        <a:p>
          <a:endParaRPr lang="fr-FR"/>
        </a:p>
      </dgm:t>
    </dgm:pt>
    <dgm:pt modelId="{D7E180DA-5172-4799-913C-77D3254787E1}" type="sibTrans" cxnId="{81717DB8-AAC6-4A98-A518-E854FEF55EF0}">
      <dgm:prSet/>
      <dgm:spPr/>
      <dgm:t>
        <a:bodyPr/>
        <a:lstStyle/>
        <a:p>
          <a:endParaRPr lang="fr-FR"/>
        </a:p>
      </dgm:t>
    </dgm:pt>
    <dgm:pt modelId="{5FC607A2-13D9-44FD-A74D-8AE4F6DF597F}">
      <dgm:prSet phldrT="[Texte]"/>
      <dgm:spPr/>
      <dgm:t>
        <a:bodyPr/>
        <a:lstStyle/>
        <a:p>
          <a:endParaRPr lang="fr-FR" sz="1400" dirty="0"/>
        </a:p>
      </dgm:t>
    </dgm:pt>
    <dgm:pt modelId="{EF27AE2B-0514-4E07-883D-D034B1D137F0}" type="parTrans" cxnId="{409ADB08-AEA0-4D05-AB30-8BBC1E1DE800}">
      <dgm:prSet/>
      <dgm:spPr/>
      <dgm:t>
        <a:bodyPr/>
        <a:lstStyle/>
        <a:p>
          <a:endParaRPr lang="fr-FR"/>
        </a:p>
      </dgm:t>
    </dgm:pt>
    <dgm:pt modelId="{7D43E418-947C-40C7-BC29-E1DE5FEDB0A1}" type="sibTrans" cxnId="{409ADB08-AEA0-4D05-AB30-8BBC1E1DE800}">
      <dgm:prSet/>
      <dgm:spPr/>
      <dgm:t>
        <a:bodyPr/>
        <a:lstStyle/>
        <a:p>
          <a:endParaRPr lang="fr-FR"/>
        </a:p>
      </dgm:t>
    </dgm:pt>
    <dgm:pt modelId="{0D15E805-A83E-4638-9140-8FCD184883BA}">
      <dgm:prSet phldrT="[Texte]" custT="1"/>
      <dgm:spPr/>
      <dgm:t>
        <a:bodyPr/>
        <a:lstStyle/>
        <a:p>
          <a:r>
            <a:rPr lang="fr-FR" sz="1200" dirty="0">
              <a:sym typeface="Wingdings" panose="05000000000000000000" pitchFamily="2" charset="2"/>
            </a:rPr>
            <a:t>Wood </a:t>
          </a:r>
          <a:r>
            <a:rPr lang="fr-FR" sz="1200" dirty="0" err="1">
              <a:sym typeface="Wingdings" panose="05000000000000000000" pitchFamily="2" charset="2"/>
            </a:rPr>
            <a:t>carousel</a:t>
          </a:r>
          <a:r>
            <a:rPr lang="fr-FR" sz="1200" dirty="0">
              <a:sym typeface="Wingdings" panose="05000000000000000000" pitchFamily="2" charset="2"/>
            </a:rPr>
            <a:t>  </a:t>
          </a:r>
          <a:r>
            <a:rPr lang="fr-FR" sz="1200" dirty="0" err="1">
              <a:sym typeface="Wingdings" panose="05000000000000000000" pitchFamily="2" charset="2"/>
            </a:rPr>
            <a:t>Stronger</a:t>
          </a:r>
          <a:r>
            <a:rPr lang="fr-FR" sz="1200" dirty="0">
              <a:sym typeface="Wingdings" panose="05000000000000000000" pitchFamily="2" charset="2"/>
            </a:rPr>
            <a:t> &amp; </a:t>
          </a:r>
          <a:r>
            <a:rPr lang="fr-FR" sz="1200" dirty="0" err="1">
              <a:sym typeface="Wingdings" panose="05000000000000000000" pitchFamily="2" charset="2"/>
            </a:rPr>
            <a:t>turn</a:t>
          </a:r>
          <a:r>
            <a:rPr lang="fr-FR" sz="1200" dirty="0">
              <a:sym typeface="Wingdings" panose="05000000000000000000" pitchFamily="2" charset="2"/>
            </a:rPr>
            <a:t> </a:t>
          </a:r>
          <a:r>
            <a:rPr lang="fr-FR" sz="1200" dirty="0" err="1">
              <a:sym typeface="Wingdings" panose="05000000000000000000" pitchFamily="2" charset="2"/>
            </a:rPr>
            <a:t>much</a:t>
          </a:r>
          <a:r>
            <a:rPr lang="fr-FR" sz="1200" dirty="0">
              <a:sym typeface="Wingdings" panose="05000000000000000000" pitchFamily="2" charset="2"/>
            </a:rPr>
            <a:t> </a:t>
          </a:r>
          <a:r>
            <a:rPr lang="fr-FR" sz="1200" dirty="0" err="1">
              <a:sym typeface="Wingdings" panose="05000000000000000000" pitchFamily="2" charset="2"/>
            </a:rPr>
            <a:t>better</a:t>
          </a:r>
          <a:endParaRPr lang="fr-FR" sz="1200" dirty="0"/>
        </a:p>
      </dgm:t>
    </dgm:pt>
    <dgm:pt modelId="{25E95526-F192-415E-9406-23B373908D1F}" type="parTrans" cxnId="{93E4407F-1476-40F5-BC4F-1D9856674F44}">
      <dgm:prSet/>
      <dgm:spPr/>
      <dgm:t>
        <a:bodyPr/>
        <a:lstStyle/>
        <a:p>
          <a:endParaRPr lang="fr-FR"/>
        </a:p>
      </dgm:t>
    </dgm:pt>
    <dgm:pt modelId="{69D92D32-3D0C-441C-964E-379CC64C2537}" type="sibTrans" cxnId="{93E4407F-1476-40F5-BC4F-1D9856674F44}">
      <dgm:prSet/>
      <dgm:spPr/>
      <dgm:t>
        <a:bodyPr/>
        <a:lstStyle/>
        <a:p>
          <a:endParaRPr lang="fr-FR"/>
        </a:p>
      </dgm:t>
    </dgm:pt>
    <dgm:pt modelId="{AC5C179E-4401-4F40-B416-94DCA51CE277}">
      <dgm:prSet phldrT="[Texte]" custT="1"/>
      <dgm:spPr/>
      <dgm:t>
        <a:bodyPr/>
        <a:lstStyle/>
        <a:p>
          <a:r>
            <a:rPr lang="fr-FR" sz="1200" dirty="0"/>
            <a:t>New </a:t>
          </a:r>
          <a:r>
            <a:rPr lang="fr-FR" sz="1200" dirty="0" err="1"/>
            <a:t>flap</a:t>
          </a:r>
          <a:r>
            <a:rPr lang="fr-FR" sz="1200" dirty="0"/>
            <a:t> </a:t>
          </a:r>
          <a:r>
            <a:rPr lang="fr-FR" sz="1200" dirty="0" err="1"/>
            <a:t>attachment</a:t>
          </a:r>
          <a:r>
            <a:rPr lang="fr-FR" sz="1200" dirty="0"/>
            <a:t> </a:t>
          </a:r>
          <a:r>
            <a:rPr lang="fr-FR" sz="1200" dirty="0">
              <a:sym typeface="Wingdings" panose="05000000000000000000" pitchFamily="2" charset="2"/>
            </a:rPr>
            <a:t> </a:t>
          </a:r>
          <a:r>
            <a:rPr lang="fr-FR" sz="1200" dirty="0" err="1">
              <a:sym typeface="Wingdings" panose="05000000000000000000" pitchFamily="2" charset="2"/>
            </a:rPr>
            <a:t>stronger</a:t>
          </a:r>
          <a:endParaRPr lang="fr-FR" sz="1200" dirty="0"/>
        </a:p>
      </dgm:t>
    </dgm:pt>
    <dgm:pt modelId="{DDAFAF7D-ED53-4C66-9C38-5A658C8C577C}" type="parTrans" cxnId="{DBCDD1BE-8F5E-4A1A-9B67-5449CA6867D2}">
      <dgm:prSet/>
      <dgm:spPr/>
      <dgm:t>
        <a:bodyPr/>
        <a:lstStyle/>
        <a:p>
          <a:endParaRPr lang="fr-FR"/>
        </a:p>
      </dgm:t>
    </dgm:pt>
    <dgm:pt modelId="{9C462015-4EEA-423E-8A3D-546DDD9F1767}" type="sibTrans" cxnId="{DBCDD1BE-8F5E-4A1A-9B67-5449CA6867D2}">
      <dgm:prSet/>
      <dgm:spPr/>
      <dgm:t>
        <a:bodyPr/>
        <a:lstStyle/>
        <a:p>
          <a:endParaRPr lang="fr-FR"/>
        </a:p>
      </dgm:t>
    </dgm:pt>
    <dgm:pt modelId="{2A88ABAD-984F-4D4E-BB47-7E02CB89050E}">
      <dgm:prSet phldrT="[Texte]" custT="1"/>
      <dgm:spPr/>
      <dgm:t>
        <a:bodyPr/>
        <a:lstStyle/>
        <a:p>
          <a:r>
            <a:rPr lang="fr-FR" sz="1200" dirty="0"/>
            <a:t>Code </a:t>
          </a:r>
          <a:r>
            <a:rPr lang="fr-FR" sz="1200" dirty="0" err="1"/>
            <a:t>improvement</a:t>
          </a:r>
          <a:endParaRPr lang="fr-FR" sz="1200" dirty="0"/>
        </a:p>
      </dgm:t>
    </dgm:pt>
    <dgm:pt modelId="{4B00F746-FA61-4B41-BC67-E85CA4CAF987}" type="parTrans" cxnId="{4DBB0F3A-23C8-4D05-B204-30C1A8669196}">
      <dgm:prSet/>
      <dgm:spPr/>
      <dgm:t>
        <a:bodyPr/>
        <a:lstStyle/>
        <a:p>
          <a:endParaRPr lang="fr-FR"/>
        </a:p>
      </dgm:t>
    </dgm:pt>
    <dgm:pt modelId="{D9BE33CB-12E6-4B73-8BE1-20836CE7C063}" type="sibTrans" cxnId="{4DBB0F3A-23C8-4D05-B204-30C1A8669196}">
      <dgm:prSet/>
      <dgm:spPr/>
      <dgm:t>
        <a:bodyPr/>
        <a:lstStyle/>
        <a:p>
          <a:endParaRPr lang="fr-FR"/>
        </a:p>
      </dgm:t>
    </dgm:pt>
    <dgm:pt modelId="{7A428D7A-0ABB-44DC-876A-5D0DBF149E6B}" type="pres">
      <dgm:prSet presAssocID="{C5214F1C-2E48-438F-9CBA-B0CBD08E0B6F}" presName="Name0" presStyleCnt="0">
        <dgm:presLayoutVars>
          <dgm:dir/>
          <dgm:resizeHandles val="exact"/>
        </dgm:presLayoutVars>
      </dgm:prSet>
      <dgm:spPr/>
    </dgm:pt>
    <dgm:pt modelId="{E362AAF0-21E9-4F80-A9DA-8C0AE4260E99}" type="pres">
      <dgm:prSet presAssocID="{BF781472-0463-476B-A166-90025E6E82C5}" presName="composite" presStyleCnt="0"/>
      <dgm:spPr/>
    </dgm:pt>
    <dgm:pt modelId="{6AECD889-0B7D-4807-A85A-139CCFD857CD}" type="pres">
      <dgm:prSet presAssocID="{BF781472-0463-476B-A166-90025E6E82C5}" presName="imagSh" presStyleLbl="bgImgPlace1" presStyleIdx="0" presStyleCnt="2" custLinFactNeighborX="-8523" custLinFactNeighborY="-22050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84" t="-27739" r="4384" b="-6261"/>
          </a:stretch>
        </a:blipFill>
      </dgm:spPr>
    </dgm:pt>
    <dgm:pt modelId="{AC8B9536-67B2-4398-A8DA-D80E9E0FF154}" type="pres">
      <dgm:prSet presAssocID="{BF781472-0463-476B-A166-90025E6E82C5}" presName="txNode" presStyleLbl="node1" presStyleIdx="0" presStyleCnt="2">
        <dgm:presLayoutVars>
          <dgm:bulletEnabled val="1"/>
        </dgm:presLayoutVars>
      </dgm:prSet>
      <dgm:spPr/>
    </dgm:pt>
    <dgm:pt modelId="{DF5FF021-6173-4F87-A4B3-9B9A5E60B5F9}" type="pres">
      <dgm:prSet presAssocID="{61F94944-3855-418C-827B-4827A0ADBBB3}" presName="sibTrans" presStyleLbl="sibTrans2D1" presStyleIdx="0" presStyleCnt="1"/>
      <dgm:spPr/>
    </dgm:pt>
    <dgm:pt modelId="{43234884-5F1D-4D87-9949-1FF8CD447EE8}" type="pres">
      <dgm:prSet presAssocID="{61F94944-3855-418C-827B-4827A0ADBBB3}" presName="connTx" presStyleLbl="sibTrans2D1" presStyleIdx="0" presStyleCnt="1"/>
      <dgm:spPr/>
    </dgm:pt>
    <dgm:pt modelId="{C5165D2F-4CEC-4872-A082-3C3FB7934DC2}" type="pres">
      <dgm:prSet presAssocID="{5FC607A2-13D9-44FD-A74D-8AE4F6DF597F}" presName="composite" presStyleCnt="0"/>
      <dgm:spPr/>
    </dgm:pt>
    <dgm:pt modelId="{FA259CC7-2690-4CF6-B2B1-127E4E6C462A}" type="pres">
      <dgm:prSet presAssocID="{5FC607A2-13D9-44FD-A74D-8AE4F6DF597F}" presName="imagSh" presStyleLbl="bgImgPlace1" presStyleIdx="1" presStyleCnt="2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722" t="-12413" r="-1722" b="4413"/>
          </a:stretch>
        </a:blipFill>
      </dgm:spPr>
    </dgm:pt>
    <dgm:pt modelId="{52F1720E-A505-4830-91B7-42815D4E0E42}" type="pres">
      <dgm:prSet presAssocID="{5FC607A2-13D9-44FD-A74D-8AE4F6DF597F}" presName="txNode" presStyleLbl="node1" presStyleIdx="1" presStyleCnt="2">
        <dgm:presLayoutVars>
          <dgm:bulletEnabled val="1"/>
        </dgm:presLayoutVars>
      </dgm:prSet>
      <dgm:spPr/>
    </dgm:pt>
  </dgm:ptLst>
  <dgm:cxnLst>
    <dgm:cxn modelId="{409ADB08-AEA0-4D05-AB30-8BBC1E1DE800}" srcId="{C5214F1C-2E48-438F-9CBA-B0CBD08E0B6F}" destId="{5FC607A2-13D9-44FD-A74D-8AE4F6DF597F}" srcOrd="1" destOrd="0" parTransId="{EF27AE2B-0514-4E07-883D-D034B1D137F0}" sibTransId="{7D43E418-947C-40C7-BC29-E1DE5FEDB0A1}"/>
    <dgm:cxn modelId="{5BA0D813-37C8-40D3-B86A-0CD18BB9AA9A}" type="presOf" srcId="{BF781472-0463-476B-A166-90025E6E82C5}" destId="{AC8B9536-67B2-4398-A8DA-D80E9E0FF154}" srcOrd="0" destOrd="0" presId="urn:microsoft.com/office/officeart/2005/8/layout/hProcess10"/>
    <dgm:cxn modelId="{1093FE1A-A3E2-48C8-9F61-69801AA4A93F}" type="presOf" srcId="{61F94944-3855-418C-827B-4827A0ADBBB3}" destId="{DF5FF021-6173-4F87-A4B3-9B9A5E60B5F9}" srcOrd="0" destOrd="0" presId="urn:microsoft.com/office/officeart/2005/8/layout/hProcess10"/>
    <dgm:cxn modelId="{D8B0161C-2D27-4CF9-A544-FD932C7C7D82}" type="presOf" srcId="{5FC607A2-13D9-44FD-A74D-8AE4F6DF597F}" destId="{52F1720E-A505-4830-91B7-42815D4E0E42}" srcOrd="0" destOrd="0" presId="urn:microsoft.com/office/officeart/2005/8/layout/hProcess10"/>
    <dgm:cxn modelId="{4DBB0F3A-23C8-4D05-B204-30C1A8669196}" srcId="{5FC607A2-13D9-44FD-A74D-8AE4F6DF597F}" destId="{2A88ABAD-984F-4D4E-BB47-7E02CB89050E}" srcOrd="2" destOrd="0" parTransId="{4B00F746-FA61-4B41-BC67-E85CA4CAF987}" sibTransId="{D9BE33CB-12E6-4B73-8BE1-20836CE7C063}"/>
    <dgm:cxn modelId="{D085DC4C-FB39-4555-9437-DCC45EFF84F9}" type="presOf" srcId="{0D15E805-A83E-4638-9140-8FCD184883BA}" destId="{52F1720E-A505-4830-91B7-42815D4E0E42}" srcOrd="0" destOrd="1" presId="urn:microsoft.com/office/officeart/2005/8/layout/hProcess10"/>
    <dgm:cxn modelId="{0ACB7D4E-A327-4ADF-82A6-9AFEEB9E5CE5}" srcId="{C5214F1C-2E48-438F-9CBA-B0CBD08E0B6F}" destId="{BF781472-0463-476B-A166-90025E6E82C5}" srcOrd="0" destOrd="0" parTransId="{0DB426A1-4042-4F57-A45F-E4B5C97537DD}" sibTransId="{61F94944-3855-418C-827B-4827A0ADBBB3}"/>
    <dgm:cxn modelId="{0A000578-FF51-45ED-B755-64DBE42489DB}" type="presOf" srcId="{D39FF3AD-FCD7-48A7-8801-073944F19812}" destId="{AC8B9536-67B2-4398-A8DA-D80E9E0FF154}" srcOrd="0" destOrd="2" presId="urn:microsoft.com/office/officeart/2005/8/layout/hProcess10"/>
    <dgm:cxn modelId="{CE603A79-E0FD-4ACC-BFA8-4D7AB8FB18ED}" type="presOf" srcId="{B0C5E77A-E358-4CEC-84DF-FD9B0690350D}" destId="{AC8B9536-67B2-4398-A8DA-D80E9E0FF154}" srcOrd="0" destOrd="1" presId="urn:microsoft.com/office/officeart/2005/8/layout/hProcess10"/>
    <dgm:cxn modelId="{93E4407F-1476-40F5-BC4F-1D9856674F44}" srcId="{5FC607A2-13D9-44FD-A74D-8AE4F6DF597F}" destId="{0D15E805-A83E-4638-9140-8FCD184883BA}" srcOrd="0" destOrd="0" parTransId="{25E95526-F192-415E-9406-23B373908D1F}" sibTransId="{69D92D32-3D0C-441C-964E-379CC64C2537}"/>
    <dgm:cxn modelId="{B6355386-CB23-4AA7-A19F-176824349CBE}" type="presOf" srcId="{61F94944-3855-418C-827B-4827A0ADBBB3}" destId="{43234884-5F1D-4D87-9949-1FF8CD447EE8}" srcOrd="1" destOrd="0" presId="urn:microsoft.com/office/officeart/2005/8/layout/hProcess10"/>
    <dgm:cxn modelId="{B0B2B19A-AF5D-4F69-A068-55A5622166C2}" type="presOf" srcId="{2A88ABAD-984F-4D4E-BB47-7E02CB89050E}" destId="{52F1720E-A505-4830-91B7-42815D4E0E42}" srcOrd="0" destOrd="3" presId="urn:microsoft.com/office/officeart/2005/8/layout/hProcess10"/>
    <dgm:cxn modelId="{81717DB8-AAC6-4A98-A518-E854FEF55EF0}" srcId="{BF781472-0463-476B-A166-90025E6E82C5}" destId="{D39FF3AD-FCD7-48A7-8801-073944F19812}" srcOrd="1" destOrd="0" parTransId="{73B97F13-F75E-41C2-94BA-40783C7BC9A9}" sibTransId="{D7E180DA-5172-4799-913C-77D3254787E1}"/>
    <dgm:cxn modelId="{DBCDD1BE-8F5E-4A1A-9B67-5449CA6867D2}" srcId="{5FC607A2-13D9-44FD-A74D-8AE4F6DF597F}" destId="{AC5C179E-4401-4F40-B416-94DCA51CE277}" srcOrd="1" destOrd="0" parTransId="{DDAFAF7D-ED53-4C66-9C38-5A658C8C577C}" sibTransId="{9C462015-4EEA-423E-8A3D-546DDD9F1767}"/>
    <dgm:cxn modelId="{7EE39BC7-6F03-4C5F-9AC7-218D9ADB1580}" type="presOf" srcId="{AC5C179E-4401-4F40-B416-94DCA51CE277}" destId="{52F1720E-A505-4830-91B7-42815D4E0E42}" srcOrd="0" destOrd="2" presId="urn:microsoft.com/office/officeart/2005/8/layout/hProcess10"/>
    <dgm:cxn modelId="{5C718DD9-031A-46FD-A139-135B7CA875B0}" type="presOf" srcId="{C5214F1C-2E48-438F-9CBA-B0CBD08E0B6F}" destId="{7A428D7A-0ABB-44DC-876A-5D0DBF149E6B}" srcOrd="0" destOrd="0" presId="urn:microsoft.com/office/officeart/2005/8/layout/hProcess10"/>
    <dgm:cxn modelId="{2D0BFFF8-98B4-4667-968F-8E1B7B1E33F6}" srcId="{BF781472-0463-476B-A166-90025E6E82C5}" destId="{B0C5E77A-E358-4CEC-84DF-FD9B0690350D}" srcOrd="0" destOrd="0" parTransId="{4A775C38-BCA4-47E3-B18D-9C1CF529C4E5}" sibTransId="{53289F96-53DA-4533-A29A-C0EBF4898371}"/>
    <dgm:cxn modelId="{C5897365-3D75-4EA8-A707-8818E12F2AFA}" type="presParOf" srcId="{7A428D7A-0ABB-44DC-876A-5D0DBF149E6B}" destId="{E362AAF0-21E9-4F80-A9DA-8C0AE4260E99}" srcOrd="0" destOrd="0" presId="urn:microsoft.com/office/officeart/2005/8/layout/hProcess10"/>
    <dgm:cxn modelId="{122B5085-3E30-4C43-9C3D-8F8073186BDF}" type="presParOf" srcId="{E362AAF0-21E9-4F80-A9DA-8C0AE4260E99}" destId="{6AECD889-0B7D-4807-A85A-139CCFD857CD}" srcOrd="0" destOrd="0" presId="urn:microsoft.com/office/officeart/2005/8/layout/hProcess10"/>
    <dgm:cxn modelId="{DC91E7F5-678B-4CC5-87F8-71CB8FB599AA}" type="presParOf" srcId="{E362AAF0-21E9-4F80-A9DA-8C0AE4260E99}" destId="{AC8B9536-67B2-4398-A8DA-D80E9E0FF154}" srcOrd="1" destOrd="0" presId="urn:microsoft.com/office/officeart/2005/8/layout/hProcess10"/>
    <dgm:cxn modelId="{DB5BE06E-A6A9-4BEB-96E0-5BF150B94540}" type="presParOf" srcId="{7A428D7A-0ABB-44DC-876A-5D0DBF149E6B}" destId="{DF5FF021-6173-4F87-A4B3-9B9A5E60B5F9}" srcOrd="1" destOrd="0" presId="urn:microsoft.com/office/officeart/2005/8/layout/hProcess10"/>
    <dgm:cxn modelId="{3B8F03D6-2F04-4034-98EB-991F45C369C8}" type="presParOf" srcId="{DF5FF021-6173-4F87-A4B3-9B9A5E60B5F9}" destId="{43234884-5F1D-4D87-9949-1FF8CD447EE8}" srcOrd="0" destOrd="0" presId="urn:microsoft.com/office/officeart/2005/8/layout/hProcess10"/>
    <dgm:cxn modelId="{9F8DA07A-E97D-4844-8820-D1432DABC040}" type="presParOf" srcId="{7A428D7A-0ABB-44DC-876A-5D0DBF149E6B}" destId="{C5165D2F-4CEC-4872-A082-3C3FB7934DC2}" srcOrd="2" destOrd="0" presId="urn:microsoft.com/office/officeart/2005/8/layout/hProcess10"/>
    <dgm:cxn modelId="{3C509E26-1463-4235-8610-F35E34170397}" type="presParOf" srcId="{C5165D2F-4CEC-4872-A082-3C3FB7934DC2}" destId="{FA259CC7-2690-4CF6-B2B1-127E4E6C462A}" srcOrd="0" destOrd="0" presId="urn:microsoft.com/office/officeart/2005/8/layout/hProcess10"/>
    <dgm:cxn modelId="{55BB6EA5-172B-4603-AAC9-5AB6DFC9EB5E}" type="presParOf" srcId="{C5165D2F-4CEC-4872-A082-3C3FB7934DC2}" destId="{52F1720E-A505-4830-91B7-42815D4E0E4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214F1C-2E48-438F-9CBA-B0CBD08E0B6F}" type="doc">
      <dgm:prSet loTypeId="urn:microsoft.com/office/officeart/2005/8/layout/hProcess10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781472-0463-476B-A166-90025E6E82C5}">
      <dgm:prSet phldrT="[Texte]"/>
      <dgm:spPr/>
      <dgm:t>
        <a:bodyPr/>
        <a:lstStyle/>
        <a:p>
          <a:endParaRPr lang="fr-FR" sz="1400" dirty="0"/>
        </a:p>
      </dgm:t>
    </dgm:pt>
    <dgm:pt modelId="{0DB426A1-4042-4F57-A45F-E4B5C97537DD}" type="parTrans" cxnId="{0ACB7D4E-A327-4ADF-82A6-9AFEEB9E5CE5}">
      <dgm:prSet/>
      <dgm:spPr/>
      <dgm:t>
        <a:bodyPr/>
        <a:lstStyle/>
        <a:p>
          <a:endParaRPr lang="fr-FR"/>
        </a:p>
      </dgm:t>
    </dgm:pt>
    <dgm:pt modelId="{61F94944-3855-418C-827B-4827A0ADBBB3}" type="sibTrans" cxnId="{0ACB7D4E-A327-4ADF-82A6-9AFEEB9E5CE5}">
      <dgm:prSet/>
      <dgm:spPr/>
      <dgm:t>
        <a:bodyPr/>
        <a:lstStyle/>
        <a:p>
          <a:endParaRPr lang="fr-FR"/>
        </a:p>
      </dgm:t>
    </dgm:pt>
    <dgm:pt modelId="{B0C5E77A-E358-4CEC-84DF-FD9B0690350D}">
      <dgm:prSet phldrT="[Texte]" custT="1"/>
      <dgm:spPr/>
      <dgm:t>
        <a:bodyPr/>
        <a:lstStyle/>
        <a:p>
          <a:r>
            <a:rPr lang="fr-FR" sz="1200" dirty="0"/>
            <a:t>Not </a:t>
          </a:r>
          <a:r>
            <a:rPr lang="fr-FR" sz="1200" dirty="0" err="1"/>
            <a:t>working</a:t>
          </a:r>
          <a:endParaRPr lang="fr-FR" sz="1200" dirty="0"/>
        </a:p>
      </dgm:t>
    </dgm:pt>
    <dgm:pt modelId="{4A775C38-BCA4-47E3-B18D-9C1CF529C4E5}" type="parTrans" cxnId="{2D0BFFF8-98B4-4667-968F-8E1B7B1E33F6}">
      <dgm:prSet/>
      <dgm:spPr/>
      <dgm:t>
        <a:bodyPr/>
        <a:lstStyle/>
        <a:p>
          <a:endParaRPr lang="fr-FR"/>
        </a:p>
      </dgm:t>
    </dgm:pt>
    <dgm:pt modelId="{53289F96-53DA-4533-A29A-C0EBF4898371}" type="sibTrans" cxnId="{2D0BFFF8-98B4-4667-968F-8E1B7B1E33F6}">
      <dgm:prSet/>
      <dgm:spPr/>
      <dgm:t>
        <a:bodyPr/>
        <a:lstStyle/>
        <a:p>
          <a:endParaRPr lang="fr-FR"/>
        </a:p>
      </dgm:t>
    </dgm:pt>
    <dgm:pt modelId="{D39FF3AD-FCD7-48A7-8801-073944F19812}">
      <dgm:prSet phldrT="[Texte]" custT="1"/>
      <dgm:spPr/>
      <dgm:t>
        <a:bodyPr/>
        <a:lstStyle/>
        <a:p>
          <a:r>
            <a:rPr lang="fr-FR" sz="1200" dirty="0"/>
            <a:t>Not </a:t>
          </a:r>
          <a:r>
            <a:rPr lang="fr-FR" sz="1200" dirty="0" err="1"/>
            <a:t>intagrated</a:t>
          </a:r>
          <a:r>
            <a:rPr lang="fr-FR" sz="1200" dirty="0"/>
            <a:t> to the robot</a:t>
          </a:r>
        </a:p>
      </dgm:t>
    </dgm:pt>
    <dgm:pt modelId="{73B97F13-F75E-41C2-94BA-40783C7BC9A9}" type="parTrans" cxnId="{81717DB8-AAC6-4A98-A518-E854FEF55EF0}">
      <dgm:prSet/>
      <dgm:spPr/>
      <dgm:t>
        <a:bodyPr/>
        <a:lstStyle/>
        <a:p>
          <a:endParaRPr lang="fr-FR"/>
        </a:p>
      </dgm:t>
    </dgm:pt>
    <dgm:pt modelId="{D7E180DA-5172-4799-913C-77D3254787E1}" type="sibTrans" cxnId="{81717DB8-AAC6-4A98-A518-E854FEF55EF0}">
      <dgm:prSet/>
      <dgm:spPr/>
      <dgm:t>
        <a:bodyPr/>
        <a:lstStyle/>
        <a:p>
          <a:endParaRPr lang="fr-FR"/>
        </a:p>
      </dgm:t>
    </dgm:pt>
    <dgm:pt modelId="{5FC607A2-13D9-44FD-A74D-8AE4F6DF597F}">
      <dgm:prSet phldrT="[Texte]"/>
      <dgm:spPr/>
      <dgm:t>
        <a:bodyPr/>
        <a:lstStyle/>
        <a:p>
          <a:endParaRPr lang="fr-FR" sz="1400" dirty="0"/>
        </a:p>
      </dgm:t>
    </dgm:pt>
    <dgm:pt modelId="{EF27AE2B-0514-4E07-883D-D034B1D137F0}" type="parTrans" cxnId="{409ADB08-AEA0-4D05-AB30-8BBC1E1DE800}">
      <dgm:prSet/>
      <dgm:spPr/>
      <dgm:t>
        <a:bodyPr/>
        <a:lstStyle/>
        <a:p>
          <a:endParaRPr lang="fr-FR"/>
        </a:p>
      </dgm:t>
    </dgm:pt>
    <dgm:pt modelId="{7D43E418-947C-40C7-BC29-E1DE5FEDB0A1}" type="sibTrans" cxnId="{409ADB08-AEA0-4D05-AB30-8BBC1E1DE800}">
      <dgm:prSet/>
      <dgm:spPr/>
      <dgm:t>
        <a:bodyPr/>
        <a:lstStyle/>
        <a:p>
          <a:endParaRPr lang="fr-FR"/>
        </a:p>
      </dgm:t>
    </dgm:pt>
    <dgm:pt modelId="{AC5C179E-4401-4F40-B416-94DCA51CE277}">
      <dgm:prSet phldrT="[Texte]"/>
      <dgm:spPr/>
      <dgm:t>
        <a:bodyPr/>
        <a:lstStyle/>
        <a:p>
          <a:r>
            <a:rPr lang="fr-FR" sz="1100" dirty="0" err="1"/>
            <a:t>Integrate</a:t>
          </a:r>
          <a:r>
            <a:rPr lang="fr-FR" sz="1100" dirty="0"/>
            <a:t> H bridge </a:t>
          </a:r>
          <a:r>
            <a:rPr lang="fr-FR" sz="1100" dirty="0" err="1"/>
            <a:t>motor</a:t>
          </a:r>
          <a:r>
            <a:rPr lang="fr-FR" sz="1100" dirty="0"/>
            <a:t> control speed</a:t>
          </a:r>
        </a:p>
      </dgm:t>
    </dgm:pt>
    <dgm:pt modelId="{DDAFAF7D-ED53-4C66-9C38-5A658C8C577C}" type="parTrans" cxnId="{DBCDD1BE-8F5E-4A1A-9B67-5449CA6867D2}">
      <dgm:prSet/>
      <dgm:spPr/>
      <dgm:t>
        <a:bodyPr/>
        <a:lstStyle/>
        <a:p>
          <a:endParaRPr lang="fr-FR"/>
        </a:p>
      </dgm:t>
    </dgm:pt>
    <dgm:pt modelId="{9C462015-4EEA-423E-8A3D-546DDD9F1767}" type="sibTrans" cxnId="{DBCDD1BE-8F5E-4A1A-9B67-5449CA6867D2}">
      <dgm:prSet/>
      <dgm:spPr/>
      <dgm:t>
        <a:bodyPr/>
        <a:lstStyle/>
        <a:p>
          <a:endParaRPr lang="fr-FR"/>
        </a:p>
      </dgm:t>
    </dgm:pt>
    <dgm:pt modelId="{2A88ABAD-984F-4D4E-BB47-7E02CB89050E}">
      <dgm:prSet phldrT="[Texte]"/>
      <dgm:spPr/>
      <dgm:t>
        <a:bodyPr/>
        <a:lstStyle/>
        <a:p>
          <a:r>
            <a:rPr lang="fr-FR" sz="1100" dirty="0" err="1"/>
            <a:t>Supply</a:t>
          </a:r>
          <a:r>
            <a:rPr lang="fr-FR" sz="1100" dirty="0"/>
            <a:t> voltage module</a:t>
          </a:r>
        </a:p>
      </dgm:t>
    </dgm:pt>
    <dgm:pt modelId="{4B00F746-FA61-4B41-BC67-E85CA4CAF987}" type="parTrans" cxnId="{4DBB0F3A-23C8-4D05-B204-30C1A8669196}">
      <dgm:prSet/>
      <dgm:spPr/>
      <dgm:t>
        <a:bodyPr/>
        <a:lstStyle/>
        <a:p>
          <a:endParaRPr lang="fr-FR"/>
        </a:p>
      </dgm:t>
    </dgm:pt>
    <dgm:pt modelId="{D9BE33CB-12E6-4B73-8BE1-20836CE7C063}" type="sibTrans" cxnId="{4DBB0F3A-23C8-4D05-B204-30C1A8669196}">
      <dgm:prSet/>
      <dgm:spPr/>
      <dgm:t>
        <a:bodyPr/>
        <a:lstStyle/>
        <a:p>
          <a:endParaRPr lang="fr-FR"/>
        </a:p>
      </dgm:t>
    </dgm:pt>
    <dgm:pt modelId="{6289C743-E2D5-4559-8F2A-E42621654011}">
      <dgm:prSet phldrT="[Texte]" custT="1"/>
      <dgm:spPr/>
      <dgm:t>
        <a:bodyPr/>
        <a:lstStyle/>
        <a:p>
          <a:r>
            <a:rPr lang="fr-FR" sz="1200" dirty="0" err="1"/>
            <a:t>Supply</a:t>
          </a:r>
          <a:r>
            <a:rPr lang="fr-FR" sz="1200" dirty="0"/>
            <a:t> </a:t>
          </a:r>
          <a:r>
            <a:rPr lang="fr-FR" sz="1200" dirty="0" err="1"/>
            <a:t>voltweakage</a:t>
          </a:r>
          <a:r>
            <a:rPr lang="fr-FR" sz="1200" dirty="0"/>
            <a:t> </a:t>
          </a:r>
          <a:r>
            <a:rPr lang="fr-FR" sz="1200" dirty="0" err="1"/>
            <a:t>too</a:t>
          </a:r>
          <a:endParaRPr lang="fr-FR" sz="1200" dirty="0"/>
        </a:p>
      </dgm:t>
    </dgm:pt>
    <dgm:pt modelId="{19D6ADA8-6C38-4F10-A41B-584C4758B740}" type="parTrans" cxnId="{9679AD22-2F45-43CF-9914-A63A1EBE5A81}">
      <dgm:prSet/>
      <dgm:spPr/>
      <dgm:t>
        <a:bodyPr/>
        <a:lstStyle/>
        <a:p>
          <a:endParaRPr lang="fr-FR"/>
        </a:p>
      </dgm:t>
    </dgm:pt>
    <dgm:pt modelId="{ED54EF2A-06A0-4B77-8820-E133AD48D9C8}" type="sibTrans" cxnId="{9679AD22-2F45-43CF-9914-A63A1EBE5A81}">
      <dgm:prSet/>
      <dgm:spPr/>
      <dgm:t>
        <a:bodyPr/>
        <a:lstStyle/>
        <a:p>
          <a:endParaRPr lang="fr-FR"/>
        </a:p>
      </dgm:t>
    </dgm:pt>
    <dgm:pt modelId="{C727F0B4-5D9B-4D85-B2A2-B8E33A70942E}">
      <dgm:prSet phldrT="[Texte]" custT="1"/>
      <dgm:spPr/>
      <dgm:t>
        <a:bodyPr/>
        <a:lstStyle/>
        <a:p>
          <a:r>
            <a:rPr lang="fr-FR" sz="1200" dirty="0"/>
            <a:t>No control PWM</a:t>
          </a:r>
        </a:p>
      </dgm:t>
    </dgm:pt>
    <dgm:pt modelId="{B1B61DD5-6C53-41C3-AB0A-F56D271648ED}" type="parTrans" cxnId="{01C3C0D5-1947-4A8F-AF94-184CFDED79F1}">
      <dgm:prSet/>
      <dgm:spPr/>
      <dgm:t>
        <a:bodyPr/>
        <a:lstStyle/>
        <a:p>
          <a:endParaRPr lang="fr-FR"/>
        </a:p>
      </dgm:t>
    </dgm:pt>
    <dgm:pt modelId="{3AE670EA-54D3-45CF-8B99-8B82F78EE4B6}" type="sibTrans" cxnId="{01C3C0D5-1947-4A8F-AF94-184CFDED79F1}">
      <dgm:prSet/>
      <dgm:spPr/>
      <dgm:t>
        <a:bodyPr/>
        <a:lstStyle/>
        <a:p>
          <a:endParaRPr lang="fr-FR"/>
        </a:p>
      </dgm:t>
    </dgm:pt>
    <dgm:pt modelId="{F33F6FD9-3E9C-44C6-BF50-BAA377AEA5B8}">
      <dgm:prSet phldrT="[Texte]"/>
      <dgm:spPr/>
      <dgm:t>
        <a:bodyPr/>
        <a:lstStyle/>
        <a:p>
          <a:r>
            <a:rPr lang="fr-FR" sz="1100" dirty="0" err="1"/>
            <a:t>Intagration</a:t>
          </a:r>
          <a:r>
            <a:rPr lang="fr-FR" sz="1100" dirty="0"/>
            <a:t> to robot</a:t>
          </a:r>
        </a:p>
      </dgm:t>
    </dgm:pt>
    <dgm:pt modelId="{A8B3D179-5354-4373-B819-A628364B5D8D}" type="parTrans" cxnId="{DACEA9E3-06FA-410B-9D5D-F89B5742A4AB}">
      <dgm:prSet/>
      <dgm:spPr/>
      <dgm:t>
        <a:bodyPr/>
        <a:lstStyle/>
        <a:p>
          <a:endParaRPr lang="fr-FR"/>
        </a:p>
      </dgm:t>
    </dgm:pt>
    <dgm:pt modelId="{3B6D9E13-F20B-4AE3-A13E-8425C98FF632}" type="sibTrans" cxnId="{DACEA9E3-06FA-410B-9D5D-F89B5742A4AB}">
      <dgm:prSet/>
      <dgm:spPr/>
      <dgm:t>
        <a:bodyPr/>
        <a:lstStyle/>
        <a:p>
          <a:endParaRPr lang="fr-FR"/>
        </a:p>
      </dgm:t>
    </dgm:pt>
    <dgm:pt modelId="{7A428D7A-0ABB-44DC-876A-5D0DBF149E6B}" type="pres">
      <dgm:prSet presAssocID="{C5214F1C-2E48-438F-9CBA-B0CBD08E0B6F}" presName="Name0" presStyleCnt="0">
        <dgm:presLayoutVars>
          <dgm:dir/>
          <dgm:resizeHandles val="exact"/>
        </dgm:presLayoutVars>
      </dgm:prSet>
      <dgm:spPr/>
    </dgm:pt>
    <dgm:pt modelId="{E362AAF0-21E9-4F80-A9DA-8C0AE4260E99}" type="pres">
      <dgm:prSet presAssocID="{BF781472-0463-476B-A166-90025E6E82C5}" presName="composite" presStyleCnt="0"/>
      <dgm:spPr/>
    </dgm:pt>
    <dgm:pt modelId="{6AECD889-0B7D-4807-A85A-139CCFD857CD}" type="pres">
      <dgm:prSet presAssocID="{BF781472-0463-476B-A166-90025E6E82C5}" presName="imagSh" presStyleLbl="bgImgPlace1" presStyleIdx="0" presStyleCnt="2" custLinFactNeighborX="-55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C8B9536-67B2-4398-A8DA-D80E9E0FF154}" type="pres">
      <dgm:prSet presAssocID="{BF781472-0463-476B-A166-90025E6E82C5}" presName="txNode" presStyleLbl="node1" presStyleIdx="0" presStyleCnt="2" custScaleY="100000">
        <dgm:presLayoutVars>
          <dgm:bulletEnabled val="1"/>
        </dgm:presLayoutVars>
      </dgm:prSet>
      <dgm:spPr/>
    </dgm:pt>
    <dgm:pt modelId="{DF5FF021-6173-4F87-A4B3-9B9A5E60B5F9}" type="pres">
      <dgm:prSet presAssocID="{61F94944-3855-418C-827B-4827A0ADBBB3}" presName="sibTrans" presStyleLbl="sibTrans2D1" presStyleIdx="0" presStyleCnt="1"/>
      <dgm:spPr/>
    </dgm:pt>
    <dgm:pt modelId="{43234884-5F1D-4D87-9949-1FF8CD447EE8}" type="pres">
      <dgm:prSet presAssocID="{61F94944-3855-418C-827B-4827A0ADBBB3}" presName="connTx" presStyleLbl="sibTrans2D1" presStyleIdx="0" presStyleCnt="1"/>
      <dgm:spPr/>
    </dgm:pt>
    <dgm:pt modelId="{C5165D2F-4CEC-4872-A082-3C3FB7934DC2}" type="pres">
      <dgm:prSet presAssocID="{5FC607A2-13D9-44FD-A74D-8AE4F6DF597F}" presName="composite" presStyleCnt="0"/>
      <dgm:spPr/>
    </dgm:pt>
    <dgm:pt modelId="{FA259CC7-2690-4CF6-B2B1-127E4E6C462A}" type="pres">
      <dgm:prSet presAssocID="{5FC607A2-13D9-44FD-A74D-8AE4F6DF597F}" presName="imagSh" presStyleLbl="b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</dgm:pt>
    <dgm:pt modelId="{52F1720E-A505-4830-91B7-42815D4E0E42}" type="pres">
      <dgm:prSet presAssocID="{5FC607A2-13D9-44FD-A74D-8AE4F6DF597F}" presName="txNode" presStyleLbl="node1" presStyleIdx="1" presStyleCnt="2">
        <dgm:presLayoutVars>
          <dgm:bulletEnabled val="1"/>
        </dgm:presLayoutVars>
      </dgm:prSet>
      <dgm:spPr/>
    </dgm:pt>
  </dgm:ptLst>
  <dgm:cxnLst>
    <dgm:cxn modelId="{409ADB08-AEA0-4D05-AB30-8BBC1E1DE800}" srcId="{C5214F1C-2E48-438F-9CBA-B0CBD08E0B6F}" destId="{5FC607A2-13D9-44FD-A74D-8AE4F6DF597F}" srcOrd="1" destOrd="0" parTransId="{EF27AE2B-0514-4E07-883D-D034B1D137F0}" sibTransId="{7D43E418-947C-40C7-BC29-E1DE5FEDB0A1}"/>
    <dgm:cxn modelId="{5BA0D813-37C8-40D3-B86A-0CD18BB9AA9A}" type="presOf" srcId="{BF781472-0463-476B-A166-90025E6E82C5}" destId="{AC8B9536-67B2-4398-A8DA-D80E9E0FF154}" srcOrd="0" destOrd="0" presId="urn:microsoft.com/office/officeart/2005/8/layout/hProcess10"/>
    <dgm:cxn modelId="{1093FE1A-A3E2-48C8-9F61-69801AA4A93F}" type="presOf" srcId="{61F94944-3855-418C-827B-4827A0ADBBB3}" destId="{DF5FF021-6173-4F87-A4B3-9B9A5E60B5F9}" srcOrd="0" destOrd="0" presId="urn:microsoft.com/office/officeart/2005/8/layout/hProcess10"/>
    <dgm:cxn modelId="{D8B0161C-2D27-4CF9-A544-FD932C7C7D82}" type="presOf" srcId="{5FC607A2-13D9-44FD-A74D-8AE4F6DF597F}" destId="{52F1720E-A505-4830-91B7-42815D4E0E42}" srcOrd="0" destOrd="0" presId="urn:microsoft.com/office/officeart/2005/8/layout/hProcess10"/>
    <dgm:cxn modelId="{9679AD22-2F45-43CF-9914-A63A1EBE5A81}" srcId="{BF781472-0463-476B-A166-90025E6E82C5}" destId="{6289C743-E2D5-4559-8F2A-E42621654011}" srcOrd="2" destOrd="0" parTransId="{19D6ADA8-6C38-4F10-A41B-584C4758B740}" sibTransId="{ED54EF2A-06A0-4B77-8820-E133AD48D9C8}"/>
    <dgm:cxn modelId="{8C61E037-2B64-4508-BB10-72A6CCBBAAE8}" type="presOf" srcId="{6289C743-E2D5-4559-8F2A-E42621654011}" destId="{AC8B9536-67B2-4398-A8DA-D80E9E0FF154}" srcOrd="0" destOrd="3" presId="urn:microsoft.com/office/officeart/2005/8/layout/hProcess10"/>
    <dgm:cxn modelId="{4DBB0F3A-23C8-4D05-B204-30C1A8669196}" srcId="{5FC607A2-13D9-44FD-A74D-8AE4F6DF597F}" destId="{2A88ABAD-984F-4D4E-BB47-7E02CB89050E}" srcOrd="1" destOrd="0" parTransId="{4B00F746-FA61-4B41-BC67-E85CA4CAF987}" sibTransId="{D9BE33CB-12E6-4B73-8BE1-20836CE7C063}"/>
    <dgm:cxn modelId="{BF27B45F-63BC-44F7-B2B9-0BFB51AC7027}" type="presOf" srcId="{C727F0B4-5D9B-4D85-B2A2-B8E33A70942E}" destId="{AC8B9536-67B2-4398-A8DA-D80E9E0FF154}" srcOrd="0" destOrd="4" presId="urn:microsoft.com/office/officeart/2005/8/layout/hProcess10"/>
    <dgm:cxn modelId="{8E78CA66-E7B3-4B48-BAE5-03CA14306A42}" type="presOf" srcId="{F33F6FD9-3E9C-44C6-BF50-BAA377AEA5B8}" destId="{52F1720E-A505-4830-91B7-42815D4E0E42}" srcOrd="0" destOrd="3" presId="urn:microsoft.com/office/officeart/2005/8/layout/hProcess10"/>
    <dgm:cxn modelId="{0ACB7D4E-A327-4ADF-82A6-9AFEEB9E5CE5}" srcId="{C5214F1C-2E48-438F-9CBA-B0CBD08E0B6F}" destId="{BF781472-0463-476B-A166-90025E6E82C5}" srcOrd="0" destOrd="0" parTransId="{0DB426A1-4042-4F57-A45F-E4B5C97537DD}" sibTransId="{61F94944-3855-418C-827B-4827A0ADBBB3}"/>
    <dgm:cxn modelId="{0A000578-FF51-45ED-B755-64DBE42489DB}" type="presOf" srcId="{D39FF3AD-FCD7-48A7-8801-073944F19812}" destId="{AC8B9536-67B2-4398-A8DA-D80E9E0FF154}" srcOrd="0" destOrd="2" presId="urn:microsoft.com/office/officeart/2005/8/layout/hProcess10"/>
    <dgm:cxn modelId="{CE603A79-E0FD-4ACC-BFA8-4D7AB8FB18ED}" type="presOf" srcId="{B0C5E77A-E358-4CEC-84DF-FD9B0690350D}" destId="{AC8B9536-67B2-4398-A8DA-D80E9E0FF154}" srcOrd="0" destOrd="1" presId="urn:microsoft.com/office/officeart/2005/8/layout/hProcess10"/>
    <dgm:cxn modelId="{B6355386-CB23-4AA7-A19F-176824349CBE}" type="presOf" srcId="{61F94944-3855-418C-827B-4827A0ADBBB3}" destId="{43234884-5F1D-4D87-9949-1FF8CD447EE8}" srcOrd="1" destOrd="0" presId="urn:microsoft.com/office/officeart/2005/8/layout/hProcess10"/>
    <dgm:cxn modelId="{B0B2B19A-AF5D-4F69-A068-55A5622166C2}" type="presOf" srcId="{2A88ABAD-984F-4D4E-BB47-7E02CB89050E}" destId="{52F1720E-A505-4830-91B7-42815D4E0E42}" srcOrd="0" destOrd="2" presId="urn:microsoft.com/office/officeart/2005/8/layout/hProcess10"/>
    <dgm:cxn modelId="{81717DB8-AAC6-4A98-A518-E854FEF55EF0}" srcId="{BF781472-0463-476B-A166-90025E6E82C5}" destId="{D39FF3AD-FCD7-48A7-8801-073944F19812}" srcOrd="1" destOrd="0" parTransId="{73B97F13-F75E-41C2-94BA-40783C7BC9A9}" sibTransId="{D7E180DA-5172-4799-913C-77D3254787E1}"/>
    <dgm:cxn modelId="{DBCDD1BE-8F5E-4A1A-9B67-5449CA6867D2}" srcId="{5FC607A2-13D9-44FD-A74D-8AE4F6DF597F}" destId="{AC5C179E-4401-4F40-B416-94DCA51CE277}" srcOrd="0" destOrd="0" parTransId="{DDAFAF7D-ED53-4C66-9C38-5A658C8C577C}" sibTransId="{9C462015-4EEA-423E-8A3D-546DDD9F1767}"/>
    <dgm:cxn modelId="{7EE39BC7-6F03-4C5F-9AC7-218D9ADB1580}" type="presOf" srcId="{AC5C179E-4401-4F40-B416-94DCA51CE277}" destId="{52F1720E-A505-4830-91B7-42815D4E0E42}" srcOrd="0" destOrd="1" presId="urn:microsoft.com/office/officeart/2005/8/layout/hProcess10"/>
    <dgm:cxn modelId="{01C3C0D5-1947-4A8F-AF94-184CFDED79F1}" srcId="{BF781472-0463-476B-A166-90025E6E82C5}" destId="{C727F0B4-5D9B-4D85-B2A2-B8E33A70942E}" srcOrd="3" destOrd="0" parTransId="{B1B61DD5-6C53-41C3-AB0A-F56D271648ED}" sibTransId="{3AE670EA-54D3-45CF-8B99-8B82F78EE4B6}"/>
    <dgm:cxn modelId="{5C718DD9-031A-46FD-A139-135B7CA875B0}" type="presOf" srcId="{C5214F1C-2E48-438F-9CBA-B0CBD08E0B6F}" destId="{7A428D7A-0ABB-44DC-876A-5D0DBF149E6B}" srcOrd="0" destOrd="0" presId="urn:microsoft.com/office/officeart/2005/8/layout/hProcess10"/>
    <dgm:cxn modelId="{DACEA9E3-06FA-410B-9D5D-F89B5742A4AB}" srcId="{5FC607A2-13D9-44FD-A74D-8AE4F6DF597F}" destId="{F33F6FD9-3E9C-44C6-BF50-BAA377AEA5B8}" srcOrd="2" destOrd="0" parTransId="{A8B3D179-5354-4373-B819-A628364B5D8D}" sibTransId="{3B6D9E13-F20B-4AE3-A13E-8425C98FF632}"/>
    <dgm:cxn modelId="{2D0BFFF8-98B4-4667-968F-8E1B7B1E33F6}" srcId="{BF781472-0463-476B-A166-90025E6E82C5}" destId="{B0C5E77A-E358-4CEC-84DF-FD9B0690350D}" srcOrd="0" destOrd="0" parTransId="{4A775C38-BCA4-47E3-B18D-9C1CF529C4E5}" sibTransId="{53289F96-53DA-4533-A29A-C0EBF4898371}"/>
    <dgm:cxn modelId="{C5897365-3D75-4EA8-A707-8818E12F2AFA}" type="presParOf" srcId="{7A428D7A-0ABB-44DC-876A-5D0DBF149E6B}" destId="{E362AAF0-21E9-4F80-A9DA-8C0AE4260E99}" srcOrd="0" destOrd="0" presId="urn:microsoft.com/office/officeart/2005/8/layout/hProcess10"/>
    <dgm:cxn modelId="{122B5085-3E30-4C43-9C3D-8F8073186BDF}" type="presParOf" srcId="{E362AAF0-21E9-4F80-A9DA-8C0AE4260E99}" destId="{6AECD889-0B7D-4807-A85A-139CCFD857CD}" srcOrd="0" destOrd="0" presId="urn:microsoft.com/office/officeart/2005/8/layout/hProcess10"/>
    <dgm:cxn modelId="{DC91E7F5-678B-4CC5-87F8-71CB8FB599AA}" type="presParOf" srcId="{E362AAF0-21E9-4F80-A9DA-8C0AE4260E99}" destId="{AC8B9536-67B2-4398-A8DA-D80E9E0FF154}" srcOrd="1" destOrd="0" presId="urn:microsoft.com/office/officeart/2005/8/layout/hProcess10"/>
    <dgm:cxn modelId="{DB5BE06E-A6A9-4BEB-96E0-5BF150B94540}" type="presParOf" srcId="{7A428D7A-0ABB-44DC-876A-5D0DBF149E6B}" destId="{DF5FF021-6173-4F87-A4B3-9B9A5E60B5F9}" srcOrd="1" destOrd="0" presId="urn:microsoft.com/office/officeart/2005/8/layout/hProcess10"/>
    <dgm:cxn modelId="{3B8F03D6-2F04-4034-98EB-991F45C369C8}" type="presParOf" srcId="{DF5FF021-6173-4F87-A4B3-9B9A5E60B5F9}" destId="{43234884-5F1D-4D87-9949-1FF8CD447EE8}" srcOrd="0" destOrd="0" presId="urn:microsoft.com/office/officeart/2005/8/layout/hProcess10"/>
    <dgm:cxn modelId="{9F8DA07A-E97D-4844-8820-D1432DABC040}" type="presParOf" srcId="{7A428D7A-0ABB-44DC-876A-5D0DBF149E6B}" destId="{C5165D2F-4CEC-4872-A082-3C3FB7934DC2}" srcOrd="2" destOrd="0" presId="urn:microsoft.com/office/officeart/2005/8/layout/hProcess10"/>
    <dgm:cxn modelId="{3C509E26-1463-4235-8610-F35E34170397}" type="presParOf" srcId="{C5165D2F-4CEC-4872-A082-3C3FB7934DC2}" destId="{FA259CC7-2690-4CF6-B2B1-127E4E6C462A}" srcOrd="0" destOrd="0" presId="urn:microsoft.com/office/officeart/2005/8/layout/hProcess10"/>
    <dgm:cxn modelId="{55BB6EA5-172B-4603-AAC9-5AB6DFC9EB5E}" type="presParOf" srcId="{C5165D2F-4CEC-4872-A082-3C3FB7934DC2}" destId="{52F1720E-A505-4830-91B7-42815D4E0E4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833AB8-C07F-464F-BDEF-8B6B93FF1954}" type="doc">
      <dgm:prSet loTypeId="urn:microsoft.com/office/officeart/2005/8/layout/vList2" loCatId="list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fr-FR"/>
        </a:p>
      </dgm:t>
    </dgm:pt>
    <dgm:pt modelId="{63348C8A-E893-4094-AB09-64F5F0332BC3}">
      <dgm:prSet phldrT="[Texte]"/>
      <dgm:spPr/>
      <dgm:t>
        <a:bodyPr/>
        <a:lstStyle/>
        <a:p>
          <a:r>
            <a:rPr lang="fr-FR" dirty="0" err="1"/>
            <a:t>Research</a:t>
          </a:r>
          <a:endParaRPr lang="fr-FR" dirty="0"/>
        </a:p>
      </dgm:t>
    </dgm:pt>
    <dgm:pt modelId="{C0E7C787-4A98-4B7A-8A71-27168052628D}" type="parTrans" cxnId="{AEE2A3C5-09EB-48F1-838A-AA9D56CBACBC}">
      <dgm:prSet/>
      <dgm:spPr/>
      <dgm:t>
        <a:bodyPr/>
        <a:lstStyle/>
        <a:p>
          <a:endParaRPr lang="fr-FR"/>
        </a:p>
      </dgm:t>
    </dgm:pt>
    <dgm:pt modelId="{52FEB8AB-06DD-429B-B005-380BA5AB0093}" type="sibTrans" cxnId="{AEE2A3C5-09EB-48F1-838A-AA9D56CBACBC}">
      <dgm:prSet/>
      <dgm:spPr/>
      <dgm:t>
        <a:bodyPr/>
        <a:lstStyle/>
        <a:p>
          <a:endParaRPr lang="fr-FR"/>
        </a:p>
      </dgm:t>
    </dgm:pt>
    <dgm:pt modelId="{C24B89FA-63D2-4851-9616-86DB9A07E078}">
      <dgm:prSet phldrT="[Texte]"/>
      <dgm:spPr/>
      <dgm:t>
        <a:bodyPr/>
        <a:lstStyle/>
        <a:p>
          <a:r>
            <a:rPr lang="fr-FR" dirty="0"/>
            <a:t>Data </a:t>
          </a:r>
          <a:r>
            <a:rPr lang="fr-FR" dirty="0" err="1"/>
            <a:t>treatment</a:t>
          </a:r>
          <a:endParaRPr lang="fr-FR" dirty="0"/>
        </a:p>
      </dgm:t>
    </dgm:pt>
    <dgm:pt modelId="{AC9A4737-17E6-4D61-898C-2155B3FFCB8C}" type="parTrans" cxnId="{8D22CDA1-973B-4E32-B497-09F5F33E86C9}">
      <dgm:prSet/>
      <dgm:spPr/>
      <dgm:t>
        <a:bodyPr/>
        <a:lstStyle/>
        <a:p>
          <a:endParaRPr lang="fr-FR"/>
        </a:p>
      </dgm:t>
    </dgm:pt>
    <dgm:pt modelId="{CE4C1E8C-6011-4954-9B20-C723D16D2442}" type="sibTrans" cxnId="{8D22CDA1-973B-4E32-B497-09F5F33E86C9}">
      <dgm:prSet/>
      <dgm:spPr/>
      <dgm:t>
        <a:bodyPr/>
        <a:lstStyle/>
        <a:p>
          <a:endParaRPr lang="fr-FR"/>
        </a:p>
      </dgm:t>
    </dgm:pt>
    <dgm:pt modelId="{7F65944D-96EC-454E-AD08-48A6EDE3ABD6}">
      <dgm:prSet phldrT="[Texte]"/>
      <dgm:spPr/>
      <dgm:t>
        <a:bodyPr/>
        <a:lstStyle/>
        <a:p>
          <a:r>
            <a:rPr lang="fr-FR" dirty="0"/>
            <a:t>Mapping	</a:t>
          </a:r>
        </a:p>
      </dgm:t>
    </dgm:pt>
    <dgm:pt modelId="{2B1B33A4-50C0-4690-9EF4-7A91076643FB}" type="parTrans" cxnId="{6509AC28-E6DD-49D7-B5D9-5A7F2B068C3E}">
      <dgm:prSet/>
      <dgm:spPr/>
      <dgm:t>
        <a:bodyPr/>
        <a:lstStyle/>
        <a:p>
          <a:endParaRPr lang="fr-FR"/>
        </a:p>
      </dgm:t>
    </dgm:pt>
    <dgm:pt modelId="{DD406C7D-B9BA-4B33-BEC4-81E17F1FD61C}" type="sibTrans" cxnId="{6509AC28-E6DD-49D7-B5D9-5A7F2B068C3E}">
      <dgm:prSet/>
      <dgm:spPr/>
      <dgm:t>
        <a:bodyPr/>
        <a:lstStyle/>
        <a:p>
          <a:endParaRPr lang="fr-FR"/>
        </a:p>
      </dgm:t>
    </dgm:pt>
    <dgm:pt modelId="{154EDAFF-C422-4EF4-9B2C-DCABDDB7719D}">
      <dgm:prSet phldrT="[Texte]"/>
      <dgm:spPr/>
      <dgm:t>
        <a:bodyPr/>
        <a:lstStyle/>
        <a:p>
          <a:r>
            <a:rPr lang="fr-FR" dirty="0" err="1"/>
            <a:t>Avoid</a:t>
          </a:r>
          <a:r>
            <a:rPr lang="fr-FR" dirty="0"/>
            <a:t> </a:t>
          </a:r>
          <a:r>
            <a:rPr lang="fr-FR" dirty="0" err="1"/>
            <a:t>abstacles</a:t>
          </a:r>
          <a:endParaRPr lang="fr-FR" dirty="0"/>
        </a:p>
      </dgm:t>
    </dgm:pt>
    <dgm:pt modelId="{E18995A0-57D0-44E6-94BE-BE2BBC6C2DDF}" type="parTrans" cxnId="{39C9D5E0-565E-4A1D-BC42-48120627D0FC}">
      <dgm:prSet/>
      <dgm:spPr/>
      <dgm:t>
        <a:bodyPr/>
        <a:lstStyle/>
        <a:p>
          <a:endParaRPr lang="fr-FR"/>
        </a:p>
      </dgm:t>
    </dgm:pt>
    <dgm:pt modelId="{33FEA064-5D6B-4E23-AF43-6A37A5088423}" type="sibTrans" cxnId="{39C9D5E0-565E-4A1D-BC42-48120627D0FC}">
      <dgm:prSet/>
      <dgm:spPr/>
      <dgm:t>
        <a:bodyPr/>
        <a:lstStyle/>
        <a:p>
          <a:endParaRPr lang="fr-FR"/>
        </a:p>
      </dgm:t>
    </dgm:pt>
    <dgm:pt modelId="{21AB3C63-5DE0-42EC-9FDF-E0D58C6CE7E8}" type="pres">
      <dgm:prSet presAssocID="{4E833AB8-C07F-464F-BDEF-8B6B93FF1954}" presName="linear" presStyleCnt="0">
        <dgm:presLayoutVars>
          <dgm:animLvl val="lvl"/>
          <dgm:resizeHandles val="exact"/>
        </dgm:presLayoutVars>
      </dgm:prSet>
      <dgm:spPr/>
    </dgm:pt>
    <dgm:pt modelId="{AFAC00F0-FD7B-4CD3-AE60-BA0A2BDC4C65}" type="pres">
      <dgm:prSet presAssocID="{63348C8A-E893-4094-AB09-64F5F0332BC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D09A36C-409E-4725-9EA4-33EC947AF459}" type="pres">
      <dgm:prSet presAssocID="{63348C8A-E893-4094-AB09-64F5F0332BC3}" presName="childText" presStyleLbl="revTx" presStyleIdx="0" presStyleCnt="2">
        <dgm:presLayoutVars>
          <dgm:bulletEnabled val="1"/>
        </dgm:presLayoutVars>
      </dgm:prSet>
      <dgm:spPr/>
    </dgm:pt>
    <dgm:pt modelId="{E45135C7-E307-4509-B40B-B2D5B5538BA8}" type="pres">
      <dgm:prSet presAssocID="{7F65944D-96EC-454E-AD08-48A6EDE3ABD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8C4DD39-C0B0-4158-923B-214E3AE7D32B}" type="pres">
      <dgm:prSet presAssocID="{7F65944D-96EC-454E-AD08-48A6EDE3ABD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04B3905-7CD4-4490-9F78-5DD31E837A34}" type="presOf" srcId="{4E833AB8-C07F-464F-BDEF-8B6B93FF1954}" destId="{21AB3C63-5DE0-42EC-9FDF-E0D58C6CE7E8}" srcOrd="0" destOrd="0" presId="urn:microsoft.com/office/officeart/2005/8/layout/vList2"/>
    <dgm:cxn modelId="{6509AC28-E6DD-49D7-B5D9-5A7F2B068C3E}" srcId="{4E833AB8-C07F-464F-BDEF-8B6B93FF1954}" destId="{7F65944D-96EC-454E-AD08-48A6EDE3ABD6}" srcOrd="1" destOrd="0" parTransId="{2B1B33A4-50C0-4690-9EF4-7A91076643FB}" sibTransId="{DD406C7D-B9BA-4B33-BEC4-81E17F1FD61C}"/>
    <dgm:cxn modelId="{AA2DF154-5466-4B6E-9754-78A4F6FF00AA}" type="presOf" srcId="{63348C8A-E893-4094-AB09-64F5F0332BC3}" destId="{AFAC00F0-FD7B-4CD3-AE60-BA0A2BDC4C65}" srcOrd="0" destOrd="0" presId="urn:microsoft.com/office/officeart/2005/8/layout/vList2"/>
    <dgm:cxn modelId="{8D22CDA1-973B-4E32-B497-09F5F33E86C9}" srcId="{63348C8A-E893-4094-AB09-64F5F0332BC3}" destId="{C24B89FA-63D2-4851-9616-86DB9A07E078}" srcOrd="0" destOrd="0" parTransId="{AC9A4737-17E6-4D61-898C-2155B3FFCB8C}" sibTransId="{CE4C1E8C-6011-4954-9B20-C723D16D2442}"/>
    <dgm:cxn modelId="{C29B00A5-5C27-4FB1-8369-66CBB13DA84A}" type="presOf" srcId="{154EDAFF-C422-4EF4-9B2C-DCABDDB7719D}" destId="{B8C4DD39-C0B0-4158-923B-214E3AE7D32B}" srcOrd="0" destOrd="0" presId="urn:microsoft.com/office/officeart/2005/8/layout/vList2"/>
    <dgm:cxn modelId="{BD39F7B4-F89C-4D22-B8BD-05C067AEE225}" type="presOf" srcId="{C24B89FA-63D2-4851-9616-86DB9A07E078}" destId="{8D09A36C-409E-4725-9EA4-33EC947AF459}" srcOrd="0" destOrd="0" presId="urn:microsoft.com/office/officeart/2005/8/layout/vList2"/>
    <dgm:cxn modelId="{AEE2A3C5-09EB-48F1-838A-AA9D56CBACBC}" srcId="{4E833AB8-C07F-464F-BDEF-8B6B93FF1954}" destId="{63348C8A-E893-4094-AB09-64F5F0332BC3}" srcOrd="0" destOrd="0" parTransId="{C0E7C787-4A98-4B7A-8A71-27168052628D}" sibTransId="{52FEB8AB-06DD-429B-B005-380BA5AB0093}"/>
    <dgm:cxn modelId="{5B20D7CF-8250-41BB-B3C2-3839FB33933F}" type="presOf" srcId="{7F65944D-96EC-454E-AD08-48A6EDE3ABD6}" destId="{E45135C7-E307-4509-B40B-B2D5B5538BA8}" srcOrd="0" destOrd="0" presId="urn:microsoft.com/office/officeart/2005/8/layout/vList2"/>
    <dgm:cxn modelId="{39C9D5E0-565E-4A1D-BC42-48120627D0FC}" srcId="{7F65944D-96EC-454E-AD08-48A6EDE3ABD6}" destId="{154EDAFF-C422-4EF4-9B2C-DCABDDB7719D}" srcOrd="0" destOrd="0" parTransId="{E18995A0-57D0-44E6-94BE-BE2BBC6C2DDF}" sibTransId="{33FEA064-5D6B-4E23-AF43-6A37A5088423}"/>
    <dgm:cxn modelId="{D968B3E6-83B1-4FDA-AFD3-8342FD06A11A}" type="presParOf" srcId="{21AB3C63-5DE0-42EC-9FDF-E0D58C6CE7E8}" destId="{AFAC00F0-FD7B-4CD3-AE60-BA0A2BDC4C65}" srcOrd="0" destOrd="0" presId="urn:microsoft.com/office/officeart/2005/8/layout/vList2"/>
    <dgm:cxn modelId="{A37C348F-7E91-4C8A-B92F-E546672D076C}" type="presParOf" srcId="{21AB3C63-5DE0-42EC-9FDF-E0D58C6CE7E8}" destId="{8D09A36C-409E-4725-9EA4-33EC947AF459}" srcOrd="1" destOrd="0" presId="urn:microsoft.com/office/officeart/2005/8/layout/vList2"/>
    <dgm:cxn modelId="{07A0B31F-0773-4CB5-9594-9BD105FE09BA}" type="presParOf" srcId="{21AB3C63-5DE0-42EC-9FDF-E0D58C6CE7E8}" destId="{E45135C7-E307-4509-B40B-B2D5B5538BA8}" srcOrd="2" destOrd="0" presId="urn:microsoft.com/office/officeart/2005/8/layout/vList2"/>
    <dgm:cxn modelId="{DAE53A5D-4B02-46C6-8237-B28956BD4D9C}" type="presParOf" srcId="{21AB3C63-5DE0-42EC-9FDF-E0D58C6CE7E8}" destId="{B8C4DD39-C0B0-4158-923B-214E3AE7D32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214F1C-2E48-438F-9CBA-B0CBD08E0B6F}" type="doc">
      <dgm:prSet loTypeId="urn:microsoft.com/office/officeart/2005/8/layout/hProcess10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F781472-0463-476B-A166-90025E6E82C5}">
      <dgm:prSet phldrT="[Texte]"/>
      <dgm:spPr/>
      <dgm:t>
        <a:bodyPr/>
        <a:lstStyle/>
        <a:p>
          <a:endParaRPr lang="fr-FR" dirty="0"/>
        </a:p>
      </dgm:t>
    </dgm:pt>
    <dgm:pt modelId="{0DB426A1-4042-4F57-A45F-E4B5C97537DD}" type="parTrans" cxnId="{0ACB7D4E-A327-4ADF-82A6-9AFEEB9E5CE5}">
      <dgm:prSet/>
      <dgm:spPr/>
      <dgm:t>
        <a:bodyPr/>
        <a:lstStyle/>
        <a:p>
          <a:endParaRPr lang="fr-FR"/>
        </a:p>
      </dgm:t>
    </dgm:pt>
    <dgm:pt modelId="{61F94944-3855-418C-827B-4827A0ADBBB3}" type="sibTrans" cxnId="{0ACB7D4E-A327-4ADF-82A6-9AFEEB9E5CE5}">
      <dgm:prSet/>
      <dgm:spPr/>
      <dgm:t>
        <a:bodyPr/>
        <a:lstStyle/>
        <a:p>
          <a:endParaRPr lang="fr-FR"/>
        </a:p>
      </dgm:t>
    </dgm:pt>
    <dgm:pt modelId="{B0C5E77A-E358-4CEC-84DF-FD9B0690350D}">
      <dgm:prSet phldrT="[Texte]"/>
      <dgm:spPr/>
      <dgm:t>
        <a:bodyPr/>
        <a:lstStyle/>
        <a:p>
          <a:r>
            <a:rPr lang="fr-FR" dirty="0" err="1"/>
            <a:t>Supply</a:t>
          </a:r>
          <a:r>
            <a:rPr lang="fr-FR" dirty="0"/>
            <a:t> voltage not </a:t>
          </a:r>
          <a:r>
            <a:rPr lang="fr-FR" dirty="0" err="1"/>
            <a:t>working</a:t>
          </a:r>
          <a:endParaRPr lang="fr-FR" dirty="0"/>
        </a:p>
      </dgm:t>
    </dgm:pt>
    <dgm:pt modelId="{4A775C38-BCA4-47E3-B18D-9C1CF529C4E5}" type="parTrans" cxnId="{2D0BFFF8-98B4-4667-968F-8E1B7B1E33F6}">
      <dgm:prSet/>
      <dgm:spPr/>
      <dgm:t>
        <a:bodyPr/>
        <a:lstStyle/>
        <a:p>
          <a:endParaRPr lang="fr-FR"/>
        </a:p>
      </dgm:t>
    </dgm:pt>
    <dgm:pt modelId="{53289F96-53DA-4533-A29A-C0EBF4898371}" type="sibTrans" cxnId="{2D0BFFF8-98B4-4667-968F-8E1B7B1E33F6}">
      <dgm:prSet/>
      <dgm:spPr/>
      <dgm:t>
        <a:bodyPr/>
        <a:lstStyle/>
        <a:p>
          <a:endParaRPr lang="fr-FR"/>
        </a:p>
      </dgm:t>
    </dgm:pt>
    <dgm:pt modelId="{5FC607A2-13D9-44FD-A74D-8AE4F6DF597F}">
      <dgm:prSet phldrT="[Texte]"/>
      <dgm:spPr/>
      <dgm:t>
        <a:bodyPr/>
        <a:lstStyle/>
        <a:p>
          <a:endParaRPr lang="fr-FR" dirty="0"/>
        </a:p>
      </dgm:t>
    </dgm:pt>
    <dgm:pt modelId="{EF27AE2B-0514-4E07-883D-D034B1D137F0}" type="parTrans" cxnId="{409ADB08-AEA0-4D05-AB30-8BBC1E1DE800}">
      <dgm:prSet/>
      <dgm:spPr/>
      <dgm:t>
        <a:bodyPr/>
        <a:lstStyle/>
        <a:p>
          <a:endParaRPr lang="fr-FR"/>
        </a:p>
      </dgm:t>
    </dgm:pt>
    <dgm:pt modelId="{7D43E418-947C-40C7-BC29-E1DE5FEDB0A1}" type="sibTrans" cxnId="{409ADB08-AEA0-4D05-AB30-8BBC1E1DE800}">
      <dgm:prSet/>
      <dgm:spPr/>
      <dgm:t>
        <a:bodyPr/>
        <a:lstStyle/>
        <a:p>
          <a:endParaRPr lang="fr-FR"/>
        </a:p>
      </dgm:t>
    </dgm:pt>
    <dgm:pt modelId="{0D15E805-A83E-4638-9140-8FCD184883BA}">
      <dgm:prSet phldrT="[Texte]"/>
      <dgm:spPr/>
      <dgm:t>
        <a:bodyPr/>
        <a:lstStyle/>
        <a:p>
          <a:r>
            <a:rPr lang="fr-FR" dirty="0">
              <a:sym typeface="Wingdings" panose="05000000000000000000" pitchFamily="2" charset="2"/>
            </a:rPr>
            <a:t>New outputs</a:t>
          </a:r>
          <a:endParaRPr lang="fr-FR" dirty="0"/>
        </a:p>
      </dgm:t>
    </dgm:pt>
    <dgm:pt modelId="{25E95526-F192-415E-9406-23B373908D1F}" type="parTrans" cxnId="{93E4407F-1476-40F5-BC4F-1D9856674F44}">
      <dgm:prSet/>
      <dgm:spPr/>
      <dgm:t>
        <a:bodyPr/>
        <a:lstStyle/>
        <a:p>
          <a:endParaRPr lang="fr-FR"/>
        </a:p>
      </dgm:t>
    </dgm:pt>
    <dgm:pt modelId="{69D92D32-3D0C-441C-964E-379CC64C2537}" type="sibTrans" cxnId="{93E4407F-1476-40F5-BC4F-1D9856674F44}">
      <dgm:prSet/>
      <dgm:spPr/>
      <dgm:t>
        <a:bodyPr/>
        <a:lstStyle/>
        <a:p>
          <a:endParaRPr lang="fr-FR"/>
        </a:p>
      </dgm:t>
    </dgm:pt>
    <dgm:pt modelId="{E356E3F1-E829-4C61-8CBC-AE84E456C32D}">
      <dgm:prSet phldrT="[Texte]"/>
      <dgm:spPr/>
      <dgm:t>
        <a:bodyPr/>
        <a:lstStyle/>
        <a:p>
          <a:r>
            <a:rPr lang="fr-FR" dirty="0"/>
            <a:t>Lidar </a:t>
          </a:r>
          <a:r>
            <a:rPr lang="fr-FR" dirty="0" err="1"/>
            <a:t>added</a:t>
          </a:r>
          <a:endParaRPr lang="fr-FR" dirty="0"/>
        </a:p>
      </dgm:t>
    </dgm:pt>
    <dgm:pt modelId="{AACE7804-C62E-43A7-B540-029F14451678}" type="parTrans" cxnId="{164A40EB-5ABD-40B4-876F-EB415AB8C791}">
      <dgm:prSet/>
      <dgm:spPr/>
      <dgm:t>
        <a:bodyPr/>
        <a:lstStyle/>
        <a:p>
          <a:endParaRPr lang="fr-FR"/>
        </a:p>
      </dgm:t>
    </dgm:pt>
    <dgm:pt modelId="{602D5220-0AAC-4A13-82FE-BA947AE8A62E}" type="sibTrans" cxnId="{164A40EB-5ABD-40B4-876F-EB415AB8C791}">
      <dgm:prSet/>
      <dgm:spPr/>
      <dgm:t>
        <a:bodyPr/>
        <a:lstStyle/>
        <a:p>
          <a:endParaRPr lang="fr-FR"/>
        </a:p>
      </dgm:t>
    </dgm:pt>
    <dgm:pt modelId="{45992383-7960-4AB3-84E1-C4AD8E1BBD6B}">
      <dgm:prSet phldrT="[Texte]"/>
      <dgm:spPr/>
      <dgm:t>
        <a:bodyPr/>
        <a:lstStyle/>
        <a:p>
          <a:r>
            <a:rPr lang="fr-FR" dirty="0"/>
            <a:t>Raspberry </a:t>
          </a:r>
          <a:r>
            <a:rPr lang="fr-FR" dirty="0" err="1"/>
            <a:t>added</a:t>
          </a:r>
          <a:endParaRPr lang="fr-FR" dirty="0"/>
        </a:p>
      </dgm:t>
    </dgm:pt>
    <dgm:pt modelId="{0950671A-6B93-4AF7-A98F-AB5A24290B6B}" type="parTrans" cxnId="{E1D9CBD0-7929-4C23-A662-553407114FCD}">
      <dgm:prSet/>
      <dgm:spPr/>
      <dgm:t>
        <a:bodyPr/>
        <a:lstStyle/>
        <a:p>
          <a:endParaRPr lang="fr-FR"/>
        </a:p>
      </dgm:t>
    </dgm:pt>
    <dgm:pt modelId="{523A4F05-B31D-4C10-BDCC-E3BA967A7B78}" type="sibTrans" cxnId="{E1D9CBD0-7929-4C23-A662-553407114FCD}">
      <dgm:prSet/>
      <dgm:spPr/>
      <dgm:t>
        <a:bodyPr/>
        <a:lstStyle/>
        <a:p>
          <a:endParaRPr lang="fr-FR"/>
        </a:p>
      </dgm:t>
    </dgm:pt>
    <dgm:pt modelId="{5D81B6CE-228F-4CBC-9A09-86ECA2CCCB01}">
      <dgm:prSet phldrT="[Texte]"/>
      <dgm:spPr/>
      <dgm:t>
        <a:bodyPr/>
        <a:lstStyle/>
        <a:p>
          <a:r>
            <a:rPr lang="fr-FR" dirty="0" err="1"/>
            <a:t>Thrower</a:t>
          </a:r>
          <a:r>
            <a:rPr lang="fr-FR" dirty="0"/>
            <a:t> tank </a:t>
          </a:r>
          <a:r>
            <a:rPr lang="fr-FR" dirty="0" err="1"/>
            <a:t>added</a:t>
          </a:r>
          <a:endParaRPr lang="fr-FR" dirty="0"/>
        </a:p>
      </dgm:t>
    </dgm:pt>
    <dgm:pt modelId="{A13F9FCC-81EF-42E2-AC9D-51A214293AA3}" type="parTrans" cxnId="{00F654C8-C416-465D-A575-BA6CBC330630}">
      <dgm:prSet/>
      <dgm:spPr/>
      <dgm:t>
        <a:bodyPr/>
        <a:lstStyle/>
        <a:p>
          <a:endParaRPr lang="fr-FR"/>
        </a:p>
      </dgm:t>
    </dgm:pt>
    <dgm:pt modelId="{51E13912-55A6-4D70-8E24-25753DEC81DC}" type="sibTrans" cxnId="{00F654C8-C416-465D-A575-BA6CBC330630}">
      <dgm:prSet/>
      <dgm:spPr/>
      <dgm:t>
        <a:bodyPr/>
        <a:lstStyle/>
        <a:p>
          <a:endParaRPr lang="fr-FR"/>
        </a:p>
      </dgm:t>
    </dgm:pt>
    <dgm:pt modelId="{9CED13E5-C4E0-4890-8950-D19DA7985B9D}">
      <dgm:prSet phldrT="[Texte]"/>
      <dgm:spPr/>
      <dgm:t>
        <a:bodyPr/>
        <a:lstStyle/>
        <a:p>
          <a:r>
            <a:rPr lang="fr-FR" dirty="0"/>
            <a:t>A </a:t>
          </a:r>
          <a:r>
            <a:rPr lang="fr-FR" dirty="0" err="1"/>
            <a:t>little</a:t>
          </a:r>
          <a:r>
            <a:rPr lang="fr-FR" dirty="0"/>
            <a:t> bit </a:t>
          </a:r>
          <a:r>
            <a:rPr lang="fr-FR" dirty="0" err="1"/>
            <a:t>too</a:t>
          </a:r>
          <a:r>
            <a:rPr lang="fr-FR" dirty="0"/>
            <a:t> big </a:t>
          </a:r>
        </a:p>
      </dgm:t>
    </dgm:pt>
    <dgm:pt modelId="{2040BB51-BC14-4591-9436-218625F412B4}" type="parTrans" cxnId="{C92C7B68-FACB-40BE-91EC-8F64F2847D8B}">
      <dgm:prSet/>
      <dgm:spPr/>
      <dgm:t>
        <a:bodyPr/>
        <a:lstStyle/>
        <a:p>
          <a:endParaRPr lang="fr-FR"/>
        </a:p>
      </dgm:t>
    </dgm:pt>
    <dgm:pt modelId="{3FB752BC-E3C2-4648-8910-38A702F9691C}" type="sibTrans" cxnId="{C92C7B68-FACB-40BE-91EC-8F64F2847D8B}">
      <dgm:prSet/>
      <dgm:spPr/>
      <dgm:t>
        <a:bodyPr/>
        <a:lstStyle/>
        <a:p>
          <a:endParaRPr lang="fr-FR"/>
        </a:p>
      </dgm:t>
    </dgm:pt>
    <dgm:pt modelId="{7A428D7A-0ABB-44DC-876A-5D0DBF149E6B}" type="pres">
      <dgm:prSet presAssocID="{C5214F1C-2E48-438F-9CBA-B0CBD08E0B6F}" presName="Name0" presStyleCnt="0">
        <dgm:presLayoutVars>
          <dgm:dir/>
          <dgm:resizeHandles val="exact"/>
        </dgm:presLayoutVars>
      </dgm:prSet>
      <dgm:spPr/>
    </dgm:pt>
    <dgm:pt modelId="{E362AAF0-21E9-4F80-A9DA-8C0AE4260E99}" type="pres">
      <dgm:prSet presAssocID="{BF781472-0463-476B-A166-90025E6E82C5}" presName="composite" presStyleCnt="0"/>
      <dgm:spPr/>
    </dgm:pt>
    <dgm:pt modelId="{6AECD889-0B7D-4807-A85A-139CCFD857CD}" type="pres">
      <dgm:prSet presAssocID="{BF781472-0463-476B-A166-90025E6E82C5}" presName="imagSh" presStyleLbl="bgImgPlace1" presStyleIdx="0" presStyleCnt="2" custLinFactNeighborX="2192" custLinFactNeighborY="-2678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AC8B9536-67B2-4398-A8DA-D80E9E0FF154}" type="pres">
      <dgm:prSet presAssocID="{BF781472-0463-476B-A166-90025E6E82C5}" presName="txNode" presStyleLbl="node1" presStyleIdx="0" presStyleCnt="2" custScaleY="100000">
        <dgm:presLayoutVars>
          <dgm:bulletEnabled val="1"/>
        </dgm:presLayoutVars>
      </dgm:prSet>
      <dgm:spPr/>
    </dgm:pt>
    <dgm:pt modelId="{DF5FF021-6173-4F87-A4B3-9B9A5E60B5F9}" type="pres">
      <dgm:prSet presAssocID="{61F94944-3855-418C-827B-4827A0ADBBB3}" presName="sibTrans" presStyleLbl="sibTrans2D1" presStyleIdx="0" presStyleCnt="1"/>
      <dgm:spPr/>
    </dgm:pt>
    <dgm:pt modelId="{43234884-5F1D-4D87-9949-1FF8CD447EE8}" type="pres">
      <dgm:prSet presAssocID="{61F94944-3855-418C-827B-4827A0ADBBB3}" presName="connTx" presStyleLbl="sibTrans2D1" presStyleIdx="0" presStyleCnt="1"/>
      <dgm:spPr/>
    </dgm:pt>
    <dgm:pt modelId="{C5165D2F-4CEC-4872-A082-3C3FB7934DC2}" type="pres">
      <dgm:prSet presAssocID="{5FC607A2-13D9-44FD-A74D-8AE4F6DF597F}" presName="composite" presStyleCnt="0"/>
      <dgm:spPr/>
    </dgm:pt>
    <dgm:pt modelId="{FA259CC7-2690-4CF6-B2B1-127E4E6C462A}" type="pres">
      <dgm:prSet presAssocID="{5FC607A2-13D9-44FD-A74D-8AE4F6DF597F}" presName="imagSh" presStyleLbl="b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52F1720E-A505-4830-91B7-42815D4E0E42}" type="pres">
      <dgm:prSet presAssocID="{5FC607A2-13D9-44FD-A74D-8AE4F6DF597F}" presName="txNode" presStyleLbl="node1" presStyleIdx="1" presStyleCnt="2">
        <dgm:presLayoutVars>
          <dgm:bulletEnabled val="1"/>
        </dgm:presLayoutVars>
      </dgm:prSet>
      <dgm:spPr/>
    </dgm:pt>
  </dgm:ptLst>
  <dgm:cxnLst>
    <dgm:cxn modelId="{409ADB08-AEA0-4D05-AB30-8BBC1E1DE800}" srcId="{C5214F1C-2E48-438F-9CBA-B0CBD08E0B6F}" destId="{5FC607A2-13D9-44FD-A74D-8AE4F6DF597F}" srcOrd="1" destOrd="0" parTransId="{EF27AE2B-0514-4E07-883D-D034B1D137F0}" sibTransId="{7D43E418-947C-40C7-BC29-E1DE5FEDB0A1}"/>
    <dgm:cxn modelId="{5BA0D813-37C8-40D3-B86A-0CD18BB9AA9A}" type="presOf" srcId="{BF781472-0463-476B-A166-90025E6E82C5}" destId="{AC8B9536-67B2-4398-A8DA-D80E9E0FF154}" srcOrd="0" destOrd="0" presId="urn:microsoft.com/office/officeart/2005/8/layout/hProcess10"/>
    <dgm:cxn modelId="{1093FE1A-A3E2-48C8-9F61-69801AA4A93F}" type="presOf" srcId="{61F94944-3855-418C-827B-4827A0ADBBB3}" destId="{DF5FF021-6173-4F87-A4B3-9B9A5E60B5F9}" srcOrd="0" destOrd="0" presId="urn:microsoft.com/office/officeart/2005/8/layout/hProcess10"/>
    <dgm:cxn modelId="{D8B0161C-2D27-4CF9-A544-FD932C7C7D82}" type="presOf" srcId="{5FC607A2-13D9-44FD-A74D-8AE4F6DF597F}" destId="{52F1720E-A505-4830-91B7-42815D4E0E42}" srcOrd="0" destOrd="0" presId="urn:microsoft.com/office/officeart/2005/8/layout/hProcess10"/>
    <dgm:cxn modelId="{A8378427-A2C4-4C43-8FEB-4110C4DE0D64}" type="presOf" srcId="{9CED13E5-C4E0-4890-8950-D19DA7985B9D}" destId="{AC8B9536-67B2-4398-A8DA-D80E9E0FF154}" srcOrd="0" destOrd="2" presId="urn:microsoft.com/office/officeart/2005/8/layout/hProcess10"/>
    <dgm:cxn modelId="{BA787E2B-DA99-4317-9403-E5F25D7DF61A}" type="presOf" srcId="{45992383-7960-4AB3-84E1-C4AD8E1BBD6B}" destId="{52F1720E-A505-4830-91B7-42815D4E0E42}" srcOrd="0" destOrd="3" presId="urn:microsoft.com/office/officeart/2005/8/layout/hProcess10"/>
    <dgm:cxn modelId="{C92C7B68-FACB-40BE-91EC-8F64F2847D8B}" srcId="{BF781472-0463-476B-A166-90025E6E82C5}" destId="{9CED13E5-C4E0-4890-8950-D19DA7985B9D}" srcOrd="1" destOrd="0" parTransId="{2040BB51-BC14-4591-9436-218625F412B4}" sibTransId="{3FB752BC-E3C2-4648-8910-38A702F9691C}"/>
    <dgm:cxn modelId="{D085DC4C-FB39-4555-9437-DCC45EFF84F9}" type="presOf" srcId="{0D15E805-A83E-4638-9140-8FCD184883BA}" destId="{52F1720E-A505-4830-91B7-42815D4E0E42}" srcOrd="0" destOrd="1" presId="urn:microsoft.com/office/officeart/2005/8/layout/hProcess10"/>
    <dgm:cxn modelId="{0ACB7D4E-A327-4ADF-82A6-9AFEEB9E5CE5}" srcId="{C5214F1C-2E48-438F-9CBA-B0CBD08E0B6F}" destId="{BF781472-0463-476B-A166-90025E6E82C5}" srcOrd="0" destOrd="0" parTransId="{0DB426A1-4042-4F57-A45F-E4B5C97537DD}" sibTransId="{61F94944-3855-418C-827B-4827A0ADBBB3}"/>
    <dgm:cxn modelId="{5C5ADC74-A7B2-4DB4-A704-8970785B3891}" type="presOf" srcId="{5D81B6CE-228F-4CBC-9A09-86ECA2CCCB01}" destId="{52F1720E-A505-4830-91B7-42815D4E0E42}" srcOrd="0" destOrd="4" presId="urn:microsoft.com/office/officeart/2005/8/layout/hProcess10"/>
    <dgm:cxn modelId="{CE603A79-E0FD-4ACC-BFA8-4D7AB8FB18ED}" type="presOf" srcId="{B0C5E77A-E358-4CEC-84DF-FD9B0690350D}" destId="{AC8B9536-67B2-4398-A8DA-D80E9E0FF154}" srcOrd="0" destOrd="1" presId="urn:microsoft.com/office/officeart/2005/8/layout/hProcess10"/>
    <dgm:cxn modelId="{93E4407F-1476-40F5-BC4F-1D9856674F44}" srcId="{5FC607A2-13D9-44FD-A74D-8AE4F6DF597F}" destId="{0D15E805-A83E-4638-9140-8FCD184883BA}" srcOrd="0" destOrd="0" parTransId="{25E95526-F192-415E-9406-23B373908D1F}" sibTransId="{69D92D32-3D0C-441C-964E-379CC64C2537}"/>
    <dgm:cxn modelId="{B6355386-CB23-4AA7-A19F-176824349CBE}" type="presOf" srcId="{61F94944-3855-418C-827B-4827A0ADBBB3}" destId="{43234884-5F1D-4D87-9949-1FF8CD447EE8}" srcOrd="1" destOrd="0" presId="urn:microsoft.com/office/officeart/2005/8/layout/hProcess10"/>
    <dgm:cxn modelId="{0E9BDD9C-23B3-4D65-9315-695DBDC28E60}" type="presOf" srcId="{E356E3F1-E829-4C61-8CBC-AE84E456C32D}" destId="{52F1720E-A505-4830-91B7-42815D4E0E42}" srcOrd="0" destOrd="2" presId="urn:microsoft.com/office/officeart/2005/8/layout/hProcess10"/>
    <dgm:cxn modelId="{00F654C8-C416-465D-A575-BA6CBC330630}" srcId="{5FC607A2-13D9-44FD-A74D-8AE4F6DF597F}" destId="{5D81B6CE-228F-4CBC-9A09-86ECA2CCCB01}" srcOrd="3" destOrd="0" parTransId="{A13F9FCC-81EF-42E2-AC9D-51A214293AA3}" sibTransId="{51E13912-55A6-4D70-8E24-25753DEC81DC}"/>
    <dgm:cxn modelId="{E1D9CBD0-7929-4C23-A662-553407114FCD}" srcId="{5FC607A2-13D9-44FD-A74D-8AE4F6DF597F}" destId="{45992383-7960-4AB3-84E1-C4AD8E1BBD6B}" srcOrd="2" destOrd="0" parTransId="{0950671A-6B93-4AF7-A98F-AB5A24290B6B}" sibTransId="{523A4F05-B31D-4C10-BDCC-E3BA967A7B78}"/>
    <dgm:cxn modelId="{5C718DD9-031A-46FD-A139-135B7CA875B0}" type="presOf" srcId="{C5214F1C-2E48-438F-9CBA-B0CBD08E0B6F}" destId="{7A428D7A-0ABB-44DC-876A-5D0DBF149E6B}" srcOrd="0" destOrd="0" presId="urn:microsoft.com/office/officeart/2005/8/layout/hProcess10"/>
    <dgm:cxn modelId="{164A40EB-5ABD-40B4-876F-EB415AB8C791}" srcId="{5FC607A2-13D9-44FD-A74D-8AE4F6DF597F}" destId="{E356E3F1-E829-4C61-8CBC-AE84E456C32D}" srcOrd="1" destOrd="0" parTransId="{AACE7804-C62E-43A7-B540-029F14451678}" sibTransId="{602D5220-0AAC-4A13-82FE-BA947AE8A62E}"/>
    <dgm:cxn modelId="{2D0BFFF8-98B4-4667-968F-8E1B7B1E33F6}" srcId="{BF781472-0463-476B-A166-90025E6E82C5}" destId="{B0C5E77A-E358-4CEC-84DF-FD9B0690350D}" srcOrd="0" destOrd="0" parTransId="{4A775C38-BCA4-47E3-B18D-9C1CF529C4E5}" sibTransId="{53289F96-53DA-4533-A29A-C0EBF4898371}"/>
    <dgm:cxn modelId="{C5897365-3D75-4EA8-A707-8818E12F2AFA}" type="presParOf" srcId="{7A428D7A-0ABB-44DC-876A-5D0DBF149E6B}" destId="{E362AAF0-21E9-4F80-A9DA-8C0AE4260E99}" srcOrd="0" destOrd="0" presId="urn:microsoft.com/office/officeart/2005/8/layout/hProcess10"/>
    <dgm:cxn modelId="{122B5085-3E30-4C43-9C3D-8F8073186BDF}" type="presParOf" srcId="{E362AAF0-21E9-4F80-A9DA-8C0AE4260E99}" destId="{6AECD889-0B7D-4807-A85A-139CCFD857CD}" srcOrd="0" destOrd="0" presId="urn:microsoft.com/office/officeart/2005/8/layout/hProcess10"/>
    <dgm:cxn modelId="{DC91E7F5-678B-4CC5-87F8-71CB8FB599AA}" type="presParOf" srcId="{E362AAF0-21E9-4F80-A9DA-8C0AE4260E99}" destId="{AC8B9536-67B2-4398-A8DA-D80E9E0FF154}" srcOrd="1" destOrd="0" presId="urn:microsoft.com/office/officeart/2005/8/layout/hProcess10"/>
    <dgm:cxn modelId="{DB5BE06E-A6A9-4BEB-96E0-5BF150B94540}" type="presParOf" srcId="{7A428D7A-0ABB-44DC-876A-5D0DBF149E6B}" destId="{DF5FF021-6173-4F87-A4B3-9B9A5E60B5F9}" srcOrd="1" destOrd="0" presId="urn:microsoft.com/office/officeart/2005/8/layout/hProcess10"/>
    <dgm:cxn modelId="{3B8F03D6-2F04-4034-98EB-991F45C369C8}" type="presParOf" srcId="{DF5FF021-6173-4F87-A4B3-9B9A5E60B5F9}" destId="{43234884-5F1D-4D87-9949-1FF8CD447EE8}" srcOrd="0" destOrd="0" presId="urn:microsoft.com/office/officeart/2005/8/layout/hProcess10"/>
    <dgm:cxn modelId="{9F8DA07A-E97D-4844-8820-D1432DABC040}" type="presParOf" srcId="{7A428D7A-0ABB-44DC-876A-5D0DBF149E6B}" destId="{C5165D2F-4CEC-4872-A082-3C3FB7934DC2}" srcOrd="2" destOrd="0" presId="urn:microsoft.com/office/officeart/2005/8/layout/hProcess10"/>
    <dgm:cxn modelId="{3C509E26-1463-4235-8610-F35E34170397}" type="presParOf" srcId="{C5165D2F-4CEC-4872-A082-3C3FB7934DC2}" destId="{FA259CC7-2690-4CF6-B2B1-127E4E6C462A}" srcOrd="0" destOrd="0" presId="urn:microsoft.com/office/officeart/2005/8/layout/hProcess10"/>
    <dgm:cxn modelId="{55BB6EA5-172B-4603-AAC9-5AB6DFC9EB5E}" type="presParOf" srcId="{C5165D2F-4CEC-4872-A082-3C3FB7934DC2}" destId="{52F1720E-A505-4830-91B7-42815D4E0E4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3" qsCatId="simple" csTypeId="urn:microsoft.com/office/officeart/2005/8/colors/accent1_4" csCatId="accent1" phldr="1"/>
      <dgm:spPr/>
      <dgm:t>
        <a:bodyPr rtlCol="0"/>
        <a:lstStyle/>
        <a:p>
          <a:pPr rtl="0"/>
          <a:endParaRPr lang="en-US"/>
        </a:p>
      </dgm:t>
    </dgm:pt>
    <dgm:pt modelId="{516A4DDC-76BD-494E-B503-625555CCBC4A}">
      <dgm:prSet phldrT="[Text]"/>
      <dgm:spPr/>
      <dgm:t>
        <a:bodyPr rtlCol="0"/>
        <a:lstStyle/>
        <a:p>
          <a:pPr rtl="0"/>
          <a:r>
            <a:rPr lang="en-US" dirty="0"/>
            <a:t>Arm</a:t>
          </a:r>
          <a:endParaRPr lang="fr-FR" noProof="0" dirty="0"/>
        </a:p>
      </dgm:t>
    </dgm:pt>
    <dgm:pt modelId="{133DE2D2-6278-469E-8A80-F71EA996A07A}" type="par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AE4D7DCA-0B66-4207-B896-C721B2CB4C13}" type="sib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5CBEC7DD-A25D-4956-9A65-6EA385F6FCB5}">
      <dgm:prSet phldrT="[Text]"/>
      <dgm:spPr/>
      <dgm:t>
        <a:bodyPr rtlCol="0"/>
        <a:lstStyle/>
        <a:p>
          <a:pPr rtl="0"/>
          <a:r>
            <a:rPr lang="en-US" dirty="0"/>
            <a:t>Software</a:t>
          </a:r>
          <a:endParaRPr lang="fr-FR" noProof="0" dirty="0"/>
        </a:p>
      </dgm:t>
    </dgm:pt>
    <dgm:pt modelId="{F342D04F-4D11-41CC-AB66-36041A902B44}" type="par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BD0F67B1-39E4-45ED-9534-FB8F89E8EEF6}" type="sib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33BF0E2A-2B00-40A5-832E-FC800DCA5982}">
      <dgm:prSet phldrT="[Text]"/>
      <dgm:spPr/>
      <dgm:t>
        <a:bodyPr rtlCol="0"/>
        <a:lstStyle/>
        <a:p>
          <a:pPr algn="ctr" rtl="0"/>
          <a:r>
            <a:rPr lang="fr-FR" b="1" noProof="0" dirty="0"/>
            <a:t>Adrien </a:t>
          </a:r>
          <a:r>
            <a:rPr lang="fr-FR" b="1" noProof="0" dirty="0" err="1"/>
            <a:t>Mojika</a:t>
          </a:r>
          <a:endParaRPr lang="fr-FR" b="1" noProof="0" dirty="0"/>
        </a:p>
        <a:p>
          <a:pPr algn="ctr" rtl="0"/>
          <a:r>
            <a:rPr lang="fr-FR" b="1" noProof="0" dirty="0"/>
            <a:t>         Mélanie </a:t>
          </a:r>
          <a:r>
            <a:rPr lang="fr-FR" b="1" noProof="0" dirty="0" err="1"/>
            <a:t>Brulc</a:t>
          </a:r>
          <a:endParaRPr lang="fr-FR" b="1" noProof="0" dirty="0"/>
        </a:p>
      </dgm:t>
    </dgm:pt>
    <dgm:pt modelId="{F8C31ED9-A2C0-4A09-A419-0AE9A44BB8DF}" type="par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E373698D-1356-47A7-A591-B72BFE77C3D1}" type="sib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F7CED298-1605-4B60-9FC8-0A4C25C5AA00}">
      <dgm:prSet phldrT="[Text]"/>
      <dgm:spPr/>
      <dgm:t>
        <a:bodyPr rtlCol="0"/>
        <a:lstStyle/>
        <a:p>
          <a:pPr rtl="0"/>
          <a:r>
            <a:rPr lang="en-US" dirty="0"/>
            <a:t>3D Printing</a:t>
          </a:r>
          <a:endParaRPr lang="fr-FR" noProof="0" dirty="0"/>
        </a:p>
      </dgm:t>
    </dgm:pt>
    <dgm:pt modelId="{618E2D9E-4CAE-48D5-9A0F-94DAE74A2D69}" type="par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1009FF03-5F93-449C-AF20-55447EEE50AB}" type="sib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038F6A6A-232A-44A4-9628-ADFA8F068F81}">
      <dgm:prSet phldrT="[Text]"/>
      <dgm:spPr/>
      <dgm:t>
        <a:bodyPr rtlCol="0"/>
        <a:lstStyle/>
        <a:p>
          <a:pPr rtl="0"/>
          <a:r>
            <a:rPr lang="en-US" dirty="0"/>
            <a:t>PCB</a:t>
          </a:r>
          <a:endParaRPr lang="fr-FR" noProof="0" dirty="0"/>
        </a:p>
      </dgm:t>
    </dgm:pt>
    <dgm:pt modelId="{403B4542-B2F8-496D-BBEA-3A684B1106F9}" type="par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ABE7D012-6867-48DA-AF76-FDB8ECBB944D}" type="sib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CF1C6313-4564-47A5-B9C0-92FA7E595ECA}">
      <dgm:prSet phldrT="[Text]"/>
      <dgm:spPr/>
      <dgm:t>
        <a:bodyPr rtlCol="0"/>
        <a:lstStyle/>
        <a:p>
          <a:pPr rtl="0"/>
          <a:r>
            <a:rPr lang="en-US" dirty="0"/>
            <a:t>Color balls sorter</a:t>
          </a:r>
        </a:p>
      </dgm:t>
    </dgm:pt>
    <dgm:pt modelId="{820232E2-4B6C-4C36-8218-BC4137C7A74B}" type="parTrans" cxnId="{EE353A53-3E39-460D-9CF4-CB0F5F19B2E6}">
      <dgm:prSet/>
      <dgm:spPr/>
      <dgm:t>
        <a:bodyPr/>
        <a:lstStyle/>
        <a:p>
          <a:endParaRPr lang="fr-FR"/>
        </a:p>
      </dgm:t>
    </dgm:pt>
    <dgm:pt modelId="{45530CC9-58B9-45F1-B167-C396CCA16C2C}" type="sibTrans" cxnId="{EE353A53-3E39-460D-9CF4-CB0F5F19B2E6}">
      <dgm:prSet/>
      <dgm:spPr/>
      <dgm:t>
        <a:bodyPr/>
        <a:lstStyle/>
        <a:p>
          <a:endParaRPr lang="fr-FR"/>
        </a:p>
      </dgm:t>
    </dgm:pt>
    <dgm:pt modelId="{A829D4F7-DB8E-4705-94E3-D00EA1D947F6}">
      <dgm:prSet phldrT="[Text]"/>
      <dgm:spPr/>
      <dgm:t>
        <a:bodyPr rtlCol="0"/>
        <a:lstStyle/>
        <a:p>
          <a:pPr algn="l" rtl="0"/>
          <a:r>
            <a:rPr lang="en-US" b="1" dirty="0"/>
            <a:t>             Quentin </a:t>
          </a:r>
          <a:r>
            <a:rPr lang="en-US" b="1" dirty="0" err="1"/>
            <a:t>Baudin</a:t>
          </a:r>
          <a:endParaRPr lang="fr-FR" b="1" noProof="0" dirty="0"/>
        </a:p>
      </dgm:t>
    </dgm:pt>
    <dgm:pt modelId="{3B4413FE-A1AB-426B-8D68-B972BF63B87F}" type="parTrans" cxnId="{205886E4-9719-4502-BC93-E2E50A8A1277}">
      <dgm:prSet/>
      <dgm:spPr/>
      <dgm:t>
        <a:bodyPr/>
        <a:lstStyle/>
        <a:p>
          <a:endParaRPr lang="fr-FR"/>
        </a:p>
      </dgm:t>
    </dgm:pt>
    <dgm:pt modelId="{3B3623E1-B364-4363-879A-8C91DF89F7B0}" type="sibTrans" cxnId="{205886E4-9719-4502-BC93-E2E50A8A1277}">
      <dgm:prSet/>
      <dgm:spPr/>
      <dgm:t>
        <a:bodyPr/>
        <a:lstStyle/>
        <a:p>
          <a:endParaRPr lang="fr-FR"/>
        </a:p>
      </dgm:t>
    </dgm:pt>
    <dgm:pt modelId="{3434A807-DC28-4E70-89EF-B7271BEE3AA2}">
      <dgm:prSet phldrT="[Text]"/>
      <dgm:spPr/>
      <dgm:t>
        <a:bodyPr rtlCol="0"/>
        <a:lstStyle/>
        <a:p>
          <a:pPr algn="l" rtl="0"/>
          <a:r>
            <a:rPr lang="en-US" b="1" dirty="0"/>
            <a:t>           Nicolas Court </a:t>
          </a:r>
          <a:br>
            <a:rPr lang="en-US" b="1" dirty="0"/>
          </a:br>
          <a:r>
            <a:rPr lang="en-US" b="1" dirty="0"/>
            <a:t>              </a:t>
          </a:r>
          <a:r>
            <a:rPr lang="en-US" b="1" dirty="0" err="1"/>
            <a:t>Azelarab</a:t>
          </a:r>
          <a:r>
            <a:rPr lang="en-US" b="1" dirty="0"/>
            <a:t> </a:t>
          </a:r>
          <a:r>
            <a:rPr lang="en-US" b="1" dirty="0" err="1"/>
            <a:t>Bouhkchen</a:t>
          </a:r>
          <a:endParaRPr lang="en-US" b="1" dirty="0"/>
        </a:p>
      </dgm:t>
    </dgm:pt>
    <dgm:pt modelId="{124C5332-837C-441F-B2C5-D233373E825B}" type="parTrans" cxnId="{4CE88C92-A03E-449B-932C-182FC695B78B}">
      <dgm:prSet/>
      <dgm:spPr/>
      <dgm:t>
        <a:bodyPr/>
        <a:lstStyle/>
        <a:p>
          <a:endParaRPr lang="fr-FR"/>
        </a:p>
      </dgm:t>
    </dgm:pt>
    <dgm:pt modelId="{DFF31695-D6B4-469F-8F60-150F96BF4923}" type="sibTrans" cxnId="{4CE88C92-A03E-449B-932C-182FC695B78B}">
      <dgm:prSet/>
      <dgm:spPr/>
      <dgm:t>
        <a:bodyPr/>
        <a:lstStyle/>
        <a:p>
          <a:endParaRPr lang="fr-FR"/>
        </a:p>
      </dgm:t>
    </dgm:pt>
    <dgm:pt modelId="{18C9CCEF-9A3D-430F-A19C-58ADE4E609C5}">
      <dgm:prSet phldrT="[Text]"/>
      <dgm:spPr/>
      <dgm:t>
        <a:bodyPr/>
        <a:lstStyle/>
        <a:p>
          <a:pPr rtl="0"/>
          <a:r>
            <a:rPr lang="en-US" dirty="0"/>
            <a:t>SolidWorks/</a:t>
          </a:r>
          <a:r>
            <a:rPr lang="en-US" dirty="0" err="1"/>
            <a:t>inkscape</a:t>
          </a:r>
          <a:r>
            <a:rPr lang="en-US" dirty="0"/>
            <a:t> Prototyping</a:t>
          </a:r>
          <a:endParaRPr lang="fr-FR" noProof="0" dirty="0"/>
        </a:p>
      </dgm:t>
    </dgm:pt>
    <dgm:pt modelId="{003BAA64-1587-48CE-AB10-8552FB56F7AE}" type="parTrans" cxnId="{D45B1EA3-8133-40E0-9FD4-BD0D5421D4E3}">
      <dgm:prSet/>
      <dgm:spPr/>
      <dgm:t>
        <a:bodyPr/>
        <a:lstStyle/>
        <a:p>
          <a:endParaRPr lang="fr-FR"/>
        </a:p>
      </dgm:t>
    </dgm:pt>
    <dgm:pt modelId="{959F1DEB-B53B-4BBD-9E8F-00D2257995F7}" type="sibTrans" cxnId="{D45B1EA3-8133-40E0-9FD4-BD0D5421D4E3}">
      <dgm:prSet/>
      <dgm:spPr/>
      <dgm:t>
        <a:bodyPr/>
        <a:lstStyle/>
        <a:p>
          <a:endParaRPr lang="fr-FR"/>
        </a:p>
      </dgm:t>
    </dgm:pt>
    <dgm:pt modelId="{6536A804-3A8E-47DA-A099-89D430AF0029}">
      <dgm:prSet phldrT="[Text]"/>
      <dgm:spPr/>
      <dgm:t>
        <a:bodyPr/>
        <a:lstStyle/>
        <a:p>
          <a:pPr rtl="0"/>
          <a:r>
            <a:rPr lang="fr-FR" noProof="0" dirty="0"/>
            <a:t>Wood </a:t>
          </a:r>
          <a:r>
            <a:rPr lang="fr-FR" noProof="0" dirty="0" err="1"/>
            <a:t>cutting</a:t>
          </a:r>
          <a:endParaRPr lang="fr-FR" noProof="0" dirty="0"/>
        </a:p>
      </dgm:t>
    </dgm:pt>
    <dgm:pt modelId="{05537253-7671-4CF5-A11D-27FC86BDC977}" type="parTrans" cxnId="{EE40C900-D2BB-4152-933C-3D7442FA1C29}">
      <dgm:prSet/>
      <dgm:spPr/>
      <dgm:t>
        <a:bodyPr/>
        <a:lstStyle/>
        <a:p>
          <a:endParaRPr lang="fr-FR"/>
        </a:p>
      </dgm:t>
    </dgm:pt>
    <dgm:pt modelId="{86356297-A0A6-43B1-B130-BDF7EF424AF1}" type="sibTrans" cxnId="{EE40C900-D2BB-4152-933C-3D7442FA1C29}">
      <dgm:prSet/>
      <dgm:spPr/>
      <dgm:t>
        <a:bodyPr/>
        <a:lstStyle/>
        <a:p>
          <a:endParaRPr lang="fr-FR"/>
        </a:p>
      </dgm:t>
    </dgm:pt>
    <dgm:pt modelId="{4B3F70D1-5F30-479A-AD80-FF489AC4BA7D}">
      <dgm:prSet phldrT="[Text]"/>
      <dgm:spPr/>
      <dgm:t>
        <a:bodyPr/>
        <a:lstStyle/>
        <a:p>
          <a:pPr rtl="0"/>
          <a:r>
            <a:rPr lang="en-US" dirty="0"/>
            <a:t>Change motor</a:t>
          </a:r>
          <a:endParaRPr lang="fr-FR" noProof="0" dirty="0"/>
        </a:p>
      </dgm:t>
    </dgm:pt>
    <dgm:pt modelId="{017AC63E-421F-4261-BF43-D70FC8B22A8F}" type="parTrans" cxnId="{9205A216-FD29-478B-99BE-7D0D73CD9340}">
      <dgm:prSet/>
      <dgm:spPr/>
      <dgm:t>
        <a:bodyPr/>
        <a:lstStyle/>
        <a:p>
          <a:endParaRPr lang="fr-FR"/>
        </a:p>
      </dgm:t>
    </dgm:pt>
    <dgm:pt modelId="{7B536E85-53C2-4E0D-B246-31844C6E19B0}" type="sibTrans" cxnId="{9205A216-FD29-478B-99BE-7D0D73CD9340}">
      <dgm:prSet/>
      <dgm:spPr/>
      <dgm:t>
        <a:bodyPr/>
        <a:lstStyle/>
        <a:p>
          <a:endParaRPr lang="fr-FR"/>
        </a:p>
      </dgm:t>
    </dgm:pt>
    <dgm:pt modelId="{A1782968-1F92-4E9B-B3FA-2E220F0E2F4D}">
      <dgm:prSet phldrT="[Text]"/>
      <dgm:spPr/>
      <dgm:t>
        <a:bodyPr/>
        <a:lstStyle/>
        <a:p>
          <a:pPr rtl="0"/>
          <a:r>
            <a:rPr lang="en-US" dirty="0"/>
            <a:t>Assembling model</a:t>
          </a:r>
          <a:endParaRPr lang="fr-FR" noProof="0" dirty="0"/>
        </a:p>
      </dgm:t>
    </dgm:pt>
    <dgm:pt modelId="{73249BA6-7959-4FC0-A9D1-22B8D3AEFEA4}" type="parTrans" cxnId="{DE2BEC1E-8CF2-4656-8A88-AEB528E6A4D8}">
      <dgm:prSet/>
      <dgm:spPr/>
      <dgm:t>
        <a:bodyPr/>
        <a:lstStyle/>
        <a:p>
          <a:endParaRPr lang="fr-FR"/>
        </a:p>
      </dgm:t>
    </dgm:pt>
    <dgm:pt modelId="{8F895A41-0ECE-46EE-8812-26516BC9E36A}" type="sibTrans" cxnId="{DE2BEC1E-8CF2-4656-8A88-AEB528E6A4D8}">
      <dgm:prSet/>
      <dgm:spPr/>
      <dgm:t>
        <a:bodyPr/>
        <a:lstStyle/>
        <a:p>
          <a:endParaRPr lang="fr-FR"/>
        </a:p>
      </dgm:t>
    </dgm:pt>
    <dgm:pt modelId="{503A8ACE-7575-4C19-8B87-BC95156CCEFE}">
      <dgm:prSet phldrT="[Text]"/>
      <dgm:spPr/>
      <dgm:t>
        <a:bodyPr/>
        <a:lstStyle/>
        <a:p>
          <a:pPr rtl="0"/>
          <a:r>
            <a:rPr lang="en-US" dirty="0"/>
            <a:t>Line follower code</a:t>
          </a:r>
          <a:endParaRPr lang="fr-FR" noProof="0" dirty="0"/>
        </a:p>
      </dgm:t>
    </dgm:pt>
    <dgm:pt modelId="{81AFEFE6-3E9C-4A74-BEC8-64BFE7E61894}" type="parTrans" cxnId="{6B93B9DC-C548-459C-9E78-9865EA3C7646}">
      <dgm:prSet/>
      <dgm:spPr/>
      <dgm:t>
        <a:bodyPr/>
        <a:lstStyle/>
        <a:p>
          <a:endParaRPr lang="fr-FR"/>
        </a:p>
      </dgm:t>
    </dgm:pt>
    <dgm:pt modelId="{BE884E99-6EA4-4F3B-9934-9AC0AD3FC34D}" type="sibTrans" cxnId="{6B93B9DC-C548-459C-9E78-9865EA3C7646}">
      <dgm:prSet/>
      <dgm:spPr/>
      <dgm:t>
        <a:bodyPr/>
        <a:lstStyle/>
        <a:p>
          <a:endParaRPr lang="fr-FR"/>
        </a:p>
      </dgm:t>
    </dgm:pt>
    <dgm:pt modelId="{6536CD34-76AD-4865-AD92-C77C03AEF843}">
      <dgm:prSet phldrT="[Text]"/>
      <dgm:spPr/>
      <dgm:t>
        <a:bodyPr/>
        <a:lstStyle/>
        <a:p>
          <a:pPr rtl="0"/>
          <a:r>
            <a:rPr lang="en-US" dirty="0"/>
            <a:t>Supply PCB Prototyping</a:t>
          </a:r>
          <a:endParaRPr lang="fr-FR" noProof="0" dirty="0"/>
        </a:p>
      </dgm:t>
    </dgm:pt>
    <dgm:pt modelId="{88A22BD0-DDA4-4108-96F9-6C75D94AE009}" type="parTrans" cxnId="{4242171B-6549-4C35-991D-770FE09DDEFD}">
      <dgm:prSet/>
      <dgm:spPr/>
      <dgm:t>
        <a:bodyPr/>
        <a:lstStyle/>
        <a:p>
          <a:endParaRPr lang="fr-FR"/>
        </a:p>
      </dgm:t>
    </dgm:pt>
    <dgm:pt modelId="{F44E015F-CEA4-4C8C-9ECE-CD6206F0DF56}" type="sibTrans" cxnId="{4242171B-6549-4C35-991D-770FE09DDEFD}">
      <dgm:prSet/>
      <dgm:spPr/>
      <dgm:t>
        <a:bodyPr/>
        <a:lstStyle/>
        <a:p>
          <a:endParaRPr lang="fr-FR"/>
        </a:p>
      </dgm:t>
    </dgm:pt>
    <dgm:pt modelId="{D9A4E7A5-AD5F-4648-9E03-3FDDCF2AE44A}">
      <dgm:prSet phldrT="[Text]"/>
      <dgm:spPr/>
      <dgm:t>
        <a:bodyPr/>
        <a:lstStyle/>
        <a:p>
          <a:pPr rtl="0"/>
          <a:r>
            <a:rPr lang="en-US" dirty="0"/>
            <a:t>PCBs Integration </a:t>
          </a:r>
          <a:endParaRPr lang="fr-FR" noProof="0" dirty="0"/>
        </a:p>
      </dgm:t>
    </dgm:pt>
    <dgm:pt modelId="{317D7AE5-D765-48CF-A76B-017A7DFF609C}" type="parTrans" cxnId="{B00B91AB-BF06-44D4-9AE3-1B57A8D6890E}">
      <dgm:prSet/>
      <dgm:spPr/>
      <dgm:t>
        <a:bodyPr/>
        <a:lstStyle/>
        <a:p>
          <a:endParaRPr lang="fr-FR"/>
        </a:p>
      </dgm:t>
    </dgm:pt>
    <dgm:pt modelId="{318F7628-F3FF-49E6-9567-D817985E4338}" type="sibTrans" cxnId="{B00B91AB-BF06-44D4-9AE3-1B57A8D6890E}">
      <dgm:prSet/>
      <dgm:spPr/>
      <dgm:t>
        <a:bodyPr/>
        <a:lstStyle/>
        <a:p>
          <a:endParaRPr lang="fr-FR"/>
        </a:p>
      </dgm:t>
    </dgm:pt>
    <dgm:pt modelId="{B586B1F5-1875-41DA-92B6-3C757BDBD3F6}">
      <dgm:prSet phldrT="[Text]"/>
      <dgm:spPr/>
      <dgm:t>
        <a:bodyPr rtlCol="0"/>
        <a:lstStyle/>
        <a:p>
          <a:pPr rtl="0"/>
          <a:r>
            <a:rPr lang="en-US" dirty="0"/>
            <a:t>SolidWorks Prototyping</a:t>
          </a:r>
          <a:endParaRPr lang="fr-FR" noProof="0" dirty="0"/>
        </a:p>
      </dgm:t>
    </dgm:pt>
    <dgm:pt modelId="{9D1A8061-5510-4D7E-8EB8-3A1A0246986D}" type="parTrans" cxnId="{30B31F9A-1B38-44D5-8FA6-756E9C156CCC}">
      <dgm:prSet/>
      <dgm:spPr/>
      <dgm:t>
        <a:bodyPr/>
        <a:lstStyle/>
        <a:p>
          <a:endParaRPr lang="fr-FR"/>
        </a:p>
      </dgm:t>
    </dgm:pt>
    <dgm:pt modelId="{1BC9198F-2E37-4C5A-B2CE-D16F2774CC0F}" type="sibTrans" cxnId="{30B31F9A-1B38-44D5-8FA6-756E9C156CCC}">
      <dgm:prSet/>
      <dgm:spPr/>
      <dgm:t>
        <a:bodyPr/>
        <a:lstStyle/>
        <a:p>
          <a:endParaRPr lang="fr-FR"/>
        </a:p>
      </dgm:t>
    </dgm:pt>
    <dgm:pt modelId="{0FA3D139-B9ED-41B0-9DF9-3323698A6318}">
      <dgm:prSet phldrT="[Text]"/>
      <dgm:spPr/>
      <dgm:t>
        <a:bodyPr/>
        <a:lstStyle/>
        <a:p>
          <a:pPr rtl="0"/>
          <a:r>
            <a:rPr lang="en-US" dirty="0"/>
            <a:t>Assembling model</a:t>
          </a:r>
          <a:endParaRPr lang="fr-FR" noProof="0" dirty="0"/>
        </a:p>
      </dgm:t>
    </dgm:pt>
    <dgm:pt modelId="{B84C006A-998E-4D97-AB43-8C0EFE7BAB7F}" type="sibTrans" cxnId="{37D1CB08-1800-47A6-A88E-AD6CB2F69DEE}">
      <dgm:prSet/>
      <dgm:spPr/>
      <dgm:t>
        <a:bodyPr/>
        <a:lstStyle/>
        <a:p>
          <a:endParaRPr lang="fr-FR"/>
        </a:p>
      </dgm:t>
    </dgm:pt>
    <dgm:pt modelId="{330B3D74-5CF1-43C7-A17A-22F450057C63}" type="parTrans" cxnId="{37D1CB08-1800-47A6-A88E-AD6CB2F69DEE}">
      <dgm:prSet/>
      <dgm:spPr/>
      <dgm:t>
        <a:bodyPr/>
        <a:lstStyle/>
        <a:p>
          <a:endParaRPr lang="fr-FR"/>
        </a:p>
      </dgm:t>
    </dgm:pt>
    <dgm:pt modelId="{B29B0231-0213-48CF-AF9D-C2F6ED303F58}">
      <dgm:prSet phldrT="[Text]"/>
      <dgm:spPr/>
      <dgm:t>
        <a:bodyPr rtlCol="0"/>
        <a:lstStyle/>
        <a:p>
          <a:pPr rtl="0"/>
          <a:r>
            <a:rPr lang="en-US" b="1" dirty="0"/>
            <a:t>Justin </a:t>
          </a:r>
          <a:r>
            <a:rPr lang="en-US" b="1" dirty="0" err="1"/>
            <a:t>Furio</a:t>
          </a:r>
          <a:br>
            <a:rPr lang="en-US" b="1" dirty="0"/>
          </a:br>
          <a:r>
            <a:rPr lang="en-US" b="1" dirty="0"/>
            <a:t>  Christian Margolis </a:t>
          </a:r>
          <a:br>
            <a:rPr lang="en-US" b="1" dirty="0"/>
          </a:br>
          <a:r>
            <a:rPr lang="en-US" b="1" dirty="0"/>
            <a:t>          Jason </a:t>
          </a:r>
          <a:r>
            <a:rPr lang="en-US" b="1" dirty="0" err="1"/>
            <a:t>Puel</a:t>
          </a:r>
          <a:endParaRPr lang="en-US" b="1" dirty="0"/>
        </a:p>
      </dgm:t>
    </dgm:pt>
    <dgm:pt modelId="{365A8863-9F4A-4B58-A311-459517000E2C}" type="parTrans" cxnId="{C2E73ADF-282F-4643-8C6F-71CA2D70812F}">
      <dgm:prSet/>
      <dgm:spPr/>
      <dgm:t>
        <a:bodyPr/>
        <a:lstStyle/>
        <a:p>
          <a:endParaRPr lang="fr-FR"/>
        </a:p>
      </dgm:t>
    </dgm:pt>
    <dgm:pt modelId="{8FDE9E7A-128A-4735-BF8F-0222768F955F}" type="sibTrans" cxnId="{C2E73ADF-282F-4643-8C6F-71CA2D70812F}">
      <dgm:prSet/>
      <dgm:spPr/>
      <dgm:t>
        <a:bodyPr/>
        <a:lstStyle/>
        <a:p>
          <a:endParaRPr lang="fr-FR"/>
        </a:p>
      </dgm:t>
    </dgm:pt>
    <dgm:pt modelId="{28042342-D75F-4E40-9079-E9255550F5EE}">
      <dgm:prSet phldrT="[Text]"/>
      <dgm:spPr/>
      <dgm:t>
        <a:bodyPr/>
        <a:lstStyle/>
        <a:p>
          <a:pPr rtl="0"/>
          <a:r>
            <a:rPr lang="en-US" dirty="0"/>
            <a:t>Data PCB Prototyping</a:t>
          </a:r>
          <a:endParaRPr lang="fr-FR" noProof="0" dirty="0"/>
        </a:p>
      </dgm:t>
    </dgm:pt>
    <dgm:pt modelId="{48717747-75F0-4375-A97A-5FA925E237FC}" type="parTrans" cxnId="{4F1B603F-4E1E-4986-8148-143134405D0D}">
      <dgm:prSet/>
      <dgm:spPr/>
      <dgm:t>
        <a:bodyPr/>
        <a:lstStyle/>
        <a:p>
          <a:endParaRPr lang="fr-FR"/>
        </a:p>
      </dgm:t>
    </dgm:pt>
    <dgm:pt modelId="{6BFBD4A8-51B6-4402-A86E-FAF43D393859}" type="sibTrans" cxnId="{4F1B603F-4E1E-4986-8148-143134405D0D}">
      <dgm:prSet/>
      <dgm:spPr/>
      <dgm:t>
        <a:bodyPr/>
        <a:lstStyle/>
        <a:p>
          <a:endParaRPr lang="fr-FR"/>
        </a:p>
      </dgm:t>
    </dgm:pt>
    <dgm:pt modelId="{CB633465-69F8-4749-AFAE-3BC0C5C07576}">
      <dgm:prSet phldrT="[Text]"/>
      <dgm:spPr/>
      <dgm:t>
        <a:bodyPr/>
        <a:lstStyle/>
        <a:p>
          <a:pPr rtl="0"/>
          <a:r>
            <a:rPr lang="fr-FR" noProof="0" dirty="0"/>
            <a:t>Organisation</a:t>
          </a:r>
        </a:p>
      </dgm:t>
    </dgm:pt>
    <dgm:pt modelId="{628973D1-C8E1-484F-9D42-CA9E953656E0}" type="parTrans" cxnId="{4E221495-00B9-41D3-A3CF-9F5BCF5955DB}">
      <dgm:prSet/>
      <dgm:spPr/>
      <dgm:t>
        <a:bodyPr/>
        <a:lstStyle/>
        <a:p>
          <a:endParaRPr lang="fr-FR"/>
        </a:p>
      </dgm:t>
    </dgm:pt>
    <dgm:pt modelId="{BCE967E9-6A52-4EE5-8C2C-0526722B5518}" type="sibTrans" cxnId="{4E221495-00B9-41D3-A3CF-9F5BCF5955DB}">
      <dgm:prSet/>
      <dgm:spPr/>
      <dgm:t>
        <a:bodyPr/>
        <a:lstStyle/>
        <a:p>
          <a:endParaRPr lang="fr-FR"/>
        </a:p>
      </dgm:t>
    </dgm:pt>
    <dgm:pt modelId="{04E84D44-27E3-47CA-A359-093C7C0A8B53}">
      <dgm:prSet phldrT="[Text]"/>
      <dgm:spPr/>
      <dgm:t>
        <a:bodyPr/>
        <a:lstStyle/>
        <a:p>
          <a:pPr rtl="0"/>
          <a:r>
            <a:rPr lang="fr-FR" noProof="0" dirty="0" err="1"/>
            <a:t>Executable</a:t>
          </a:r>
          <a:endParaRPr lang="fr-FR" noProof="0" dirty="0"/>
        </a:p>
      </dgm:t>
    </dgm:pt>
    <dgm:pt modelId="{A3BF62EF-ED63-4148-8DD4-AF950B3A00F8}" type="parTrans" cxnId="{2B11C0AE-0E8F-47AF-93E0-79E1A969320E}">
      <dgm:prSet/>
      <dgm:spPr/>
      <dgm:t>
        <a:bodyPr/>
        <a:lstStyle/>
        <a:p>
          <a:endParaRPr lang="fr-FR"/>
        </a:p>
      </dgm:t>
    </dgm:pt>
    <dgm:pt modelId="{837AF333-8216-47A2-84B4-C66C4CE8E163}" type="sibTrans" cxnId="{2B11C0AE-0E8F-47AF-93E0-79E1A969320E}">
      <dgm:prSet/>
      <dgm:spPr/>
      <dgm:t>
        <a:bodyPr/>
        <a:lstStyle/>
        <a:p>
          <a:endParaRPr lang="fr-FR"/>
        </a:p>
      </dgm:t>
    </dgm:pt>
    <dgm:pt modelId="{17A60EC1-C6F4-43A4-B541-A6C6128A2535}">
      <dgm:prSet phldrT="[Text]"/>
      <dgm:spPr/>
      <dgm:t>
        <a:bodyPr/>
        <a:lstStyle/>
        <a:p>
          <a:pPr rtl="0"/>
          <a:r>
            <a:rPr lang="fr-FR" noProof="0" dirty="0"/>
            <a:t>Initialisation</a:t>
          </a:r>
        </a:p>
      </dgm:t>
    </dgm:pt>
    <dgm:pt modelId="{030BE2CB-F714-4ACB-BF63-07396FE0ACF7}" type="parTrans" cxnId="{7E1B8CF8-A447-47C1-98DE-20FF0847034B}">
      <dgm:prSet/>
      <dgm:spPr/>
      <dgm:t>
        <a:bodyPr/>
        <a:lstStyle/>
        <a:p>
          <a:endParaRPr lang="fr-FR"/>
        </a:p>
      </dgm:t>
    </dgm:pt>
    <dgm:pt modelId="{04707FBC-A4C8-41EC-BB17-93CDE2D350C1}" type="sibTrans" cxnId="{7E1B8CF8-A447-47C1-98DE-20FF0847034B}">
      <dgm:prSet/>
      <dgm:spPr/>
      <dgm:t>
        <a:bodyPr/>
        <a:lstStyle/>
        <a:p>
          <a:endParaRPr lang="fr-FR"/>
        </a:p>
      </dgm:t>
    </dgm:pt>
    <dgm:pt modelId="{C86978C8-EE3E-410A-8A44-CAC230619350}">
      <dgm:prSet phldrT="[Text]"/>
      <dgm:spPr/>
      <dgm:t>
        <a:bodyPr/>
        <a:lstStyle/>
        <a:p>
          <a:pPr rtl="0"/>
          <a:r>
            <a:rPr lang="fr-FR" noProof="0" dirty="0"/>
            <a:t>Update all </a:t>
          </a:r>
          <a:r>
            <a:rPr lang="fr-FR" noProof="0" dirty="0" err="1"/>
            <a:t>cards</a:t>
          </a:r>
          <a:endParaRPr lang="fr-FR" noProof="0" dirty="0"/>
        </a:p>
      </dgm:t>
    </dgm:pt>
    <dgm:pt modelId="{B0773B62-2D24-44A9-97D1-62A1BB2D79A3}" type="parTrans" cxnId="{E15C7643-EA23-4188-B7DA-2594E933B707}">
      <dgm:prSet/>
      <dgm:spPr/>
      <dgm:t>
        <a:bodyPr/>
        <a:lstStyle/>
        <a:p>
          <a:endParaRPr lang="fr-FR"/>
        </a:p>
      </dgm:t>
    </dgm:pt>
    <dgm:pt modelId="{4D412A06-B6CB-4B6D-8E42-993DC9D7928D}" type="sibTrans" cxnId="{E15C7643-EA23-4188-B7DA-2594E933B707}">
      <dgm:prSet/>
      <dgm:spPr/>
      <dgm:t>
        <a:bodyPr/>
        <a:lstStyle/>
        <a:p>
          <a:endParaRPr lang="fr-FR"/>
        </a:p>
      </dgm:t>
    </dgm:pt>
    <dgm:pt modelId="{963CB537-6D56-4CD0-9B1E-8A0BE9AFFB98}">
      <dgm:prSet phldrT="[Text]"/>
      <dgm:spPr/>
      <dgm:t>
        <a:bodyPr/>
        <a:lstStyle/>
        <a:p>
          <a:pPr rtl="0"/>
          <a:r>
            <a:rPr lang="fr-FR" b="1" noProof="0" dirty="0" err="1"/>
            <a:t>Everybody</a:t>
          </a:r>
          <a:endParaRPr lang="fr-FR" b="1" noProof="0" dirty="0"/>
        </a:p>
      </dgm:t>
    </dgm:pt>
    <dgm:pt modelId="{0A909B5A-36FA-4CF8-BB61-0CB4ED1BB152}" type="parTrans" cxnId="{83829063-BB28-403A-8064-C7FCDB8852B5}">
      <dgm:prSet/>
      <dgm:spPr/>
      <dgm:t>
        <a:bodyPr/>
        <a:lstStyle/>
        <a:p>
          <a:endParaRPr lang="fr-FR"/>
        </a:p>
      </dgm:t>
    </dgm:pt>
    <dgm:pt modelId="{10D23D3F-74CC-4531-A380-FE1A78408852}" type="sibTrans" cxnId="{83829063-BB28-403A-8064-C7FCDB8852B5}">
      <dgm:prSet/>
      <dgm:spPr/>
      <dgm:t>
        <a:bodyPr/>
        <a:lstStyle/>
        <a:p>
          <a:endParaRPr lang="fr-FR"/>
        </a:p>
      </dgm:t>
    </dgm:pt>
    <dgm:pt modelId="{32BA31A5-B336-4F16-AF0E-9398222FE44D}">
      <dgm:prSet phldrT="[Text]"/>
      <dgm:spPr/>
      <dgm:t>
        <a:bodyPr/>
        <a:lstStyle/>
        <a:p>
          <a:pPr rtl="0"/>
          <a:r>
            <a:rPr lang="fr-FR" b="0" noProof="0" dirty="0"/>
            <a:t>Workshop maintenance</a:t>
          </a:r>
        </a:p>
      </dgm:t>
    </dgm:pt>
    <dgm:pt modelId="{32CDC3A8-8355-4911-B018-5ADBE8178B7F}" type="parTrans" cxnId="{F754E124-7B36-40E0-8AD8-01855B345B9B}">
      <dgm:prSet/>
      <dgm:spPr/>
      <dgm:t>
        <a:bodyPr/>
        <a:lstStyle/>
        <a:p>
          <a:endParaRPr lang="fr-FR"/>
        </a:p>
      </dgm:t>
    </dgm:pt>
    <dgm:pt modelId="{12A347FE-40FC-4427-9035-54658544AAE5}" type="sibTrans" cxnId="{F754E124-7B36-40E0-8AD8-01855B345B9B}">
      <dgm:prSet/>
      <dgm:spPr/>
      <dgm:t>
        <a:bodyPr/>
        <a:lstStyle/>
        <a:p>
          <a:endParaRPr lang="fr-FR"/>
        </a:p>
      </dgm:t>
    </dgm:pt>
    <dgm:pt modelId="{D067A906-CD6E-4057-91E9-B39317943E8F}">
      <dgm:prSet phldrT="[Text]"/>
      <dgm:spPr/>
      <dgm:t>
        <a:bodyPr/>
        <a:lstStyle/>
        <a:p>
          <a:pPr rtl="0"/>
          <a:r>
            <a:rPr lang="fr-FR" b="0" noProof="0" dirty="0"/>
            <a:t>Git</a:t>
          </a:r>
        </a:p>
      </dgm:t>
    </dgm:pt>
    <dgm:pt modelId="{23C56D75-F75B-4658-ABA8-59E376C0AC54}" type="parTrans" cxnId="{2E7B0CD7-64B2-4022-B3FB-815BF72666B6}">
      <dgm:prSet/>
      <dgm:spPr/>
      <dgm:t>
        <a:bodyPr/>
        <a:lstStyle/>
        <a:p>
          <a:endParaRPr lang="fr-FR"/>
        </a:p>
      </dgm:t>
    </dgm:pt>
    <dgm:pt modelId="{FB352D3C-0060-4051-832B-59E087911A9D}" type="sibTrans" cxnId="{2E7B0CD7-64B2-4022-B3FB-815BF72666B6}">
      <dgm:prSet/>
      <dgm:spPr/>
      <dgm:t>
        <a:bodyPr/>
        <a:lstStyle/>
        <a:p>
          <a:endParaRPr lang="fr-FR"/>
        </a:p>
      </dgm:t>
    </dgm:pt>
    <dgm:pt modelId="{1D23859C-108E-487B-977E-5F83FB4753EE}">
      <dgm:prSet phldrT="[Text]"/>
      <dgm:spPr/>
      <dgm:t>
        <a:bodyPr/>
        <a:lstStyle/>
        <a:p>
          <a:pPr rtl="0"/>
          <a:r>
            <a:rPr lang="fr-FR" b="0" noProof="0" dirty="0" err="1"/>
            <a:t>Taiga</a:t>
          </a:r>
          <a:endParaRPr lang="fr-FR" b="0" noProof="0" dirty="0"/>
        </a:p>
      </dgm:t>
    </dgm:pt>
    <dgm:pt modelId="{BF4D24E8-89B1-4C5F-9E66-5C3CDCD1A665}" type="parTrans" cxnId="{E0A05551-15AC-4A04-8B15-594CA1448E37}">
      <dgm:prSet/>
      <dgm:spPr/>
      <dgm:t>
        <a:bodyPr/>
        <a:lstStyle/>
        <a:p>
          <a:endParaRPr lang="fr-FR"/>
        </a:p>
      </dgm:t>
    </dgm:pt>
    <dgm:pt modelId="{89BE4ABE-599A-4A7B-9BFC-CBD3522D8616}" type="sibTrans" cxnId="{E0A05551-15AC-4A04-8B15-594CA1448E37}">
      <dgm:prSet/>
      <dgm:spPr/>
      <dgm:t>
        <a:bodyPr/>
        <a:lstStyle/>
        <a:p>
          <a:endParaRPr lang="fr-FR"/>
        </a:p>
      </dgm:t>
    </dgm:pt>
    <dgm:pt modelId="{CC6619C4-4FFC-48A1-A7A1-A2394E2A3D37}">
      <dgm:prSet phldrT="[Text]"/>
      <dgm:spPr/>
      <dgm:t>
        <a:bodyPr/>
        <a:lstStyle/>
        <a:p>
          <a:pPr rtl="0"/>
          <a:r>
            <a:rPr lang="fr-FR" b="0" noProof="0" dirty="0"/>
            <a:t>R&amp;D (lidar)</a:t>
          </a:r>
        </a:p>
      </dgm:t>
    </dgm:pt>
    <dgm:pt modelId="{E0378845-F020-4FB3-928A-CD34CD54D086}" type="parTrans" cxnId="{BE0514E0-3128-4F7A-983C-18C110272FA2}">
      <dgm:prSet/>
      <dgm:spPr/>
      <dgm:t>
        <a:bodyPr/>
        <a:lstStyle/>
        <a:p>
          <a:endParaRPr lang="fr-FR"/>
        </a:p>
      </dgm:t>
    </dgm:pt>
    <dgm:pt modelId="{38C11498-AB46-4A5E-A2F8-E4FC8FE69147}" type="sibTrans" cxnId="{BE0514E0-3128-4F7A-983C-18C110272FA2}">
      <dgm:prSet/>
      <dgm:spPr/>
      <dgm:t>
        <a:bodyPr/>
        <a:lstStyle/>
        <a:p>
          <a:endParaRPr lang="fr-FR"/>
        </a:p>
      </dgm:t>
    </dgm:pt>
    <dgm:pt modelId="{A4932717-BE77-478B-8700-03900B4FB5C3}">
      <dgm:prSet phldrT="[Text]"/>
      <dgm:spPr/>
      <dgm:t>
        <a:bodyPr/>
        <a:lstStyle/>
        <a:p>
          <a:pPr rtl="0"/>
          <a:r>
            <a:rPr lang="fr-FR" b="0" noProof="0" dirty="0" err="1"/>
            <a:t>Preparation</a:t>
          </a:r>
          <a:r>
            <a:rPr lang="fr-FR" b="0" noProof="0" dirty="0"/>
            <a:t> &amp; participation JPO</a:t>
          </a:r>
        </a:p>
      </dgm:t>
    </dgm:pt>
    <dgm:pt modelId="{183F1881-05EF-4C22-86D6-B6C480AC3C3E}" type="parTrans" cxnId="{C6036E00-1C4B-4898-A660-4A1357FC0909}">
      <dgm:prSet/>
      <dgm:spPr/>
      <dgm:t>
        <a:bodyPr/>
        <a:lstStyle/>
        <a:p>
          <a:endParaRPr lang="fr-FR"/>
        </a:p>
      </dgm:t>
    </dgm:pt>
    <dgm:pt modelId="{A96EFE3F-897F-4990-BE1E-AC117DE07ADB}" type="sibTrans" cxnId="{C6036E00-1C4B-4898-A660-4A1357FC0909}">
      <dgm:prSet/>
      <dgm:spPr/>
      <dgm:t>
        <a:bodyPr/>
        <a:lstStyle/>
        <a:p>
          <a:endParaRPr lang="fr-FR"/>
        </a:p>
      </dgm:t>
    </dgm:pt>
    <dgm:pt modelId="{09140EA5-89B1-44BC-ABEB-46A7810B618C}">
      <dgm:prSet phldrT="[Text]"/>
      <dgm:spPr/>
      <dgm:t>
        <a:bodyPr/>
        <a:lstStyle/>
        <a:p>
          <a:pPr rtl="0"/>
          <a:r>
            <a:rPr lang="fr-FR" b="0" noProof="0" dirty="0"/>
            <a:t>Participation Coupe NI (3</a:t>
          </a:r>
          <a:r>
            <a:rPr lang="fr-FR" b="0" baseline="30000" noProof="0" dirty="0"/>
            <a:t>ème</a:t>
          </a:r>
          <a:r>
            <a:rPr lang="fr-FR" b="0" noProof="0" dirty="0"/>
            <a:t>)</a:t>
          </a:r>
        </a:p>
      </dgm:t>
    </dgm:pt>
    <dgm:pt modelId="{CEE1503F-D10E-47FD-8615-35238823E49C}" type="parTrans" cxnId="{2B96DB0B-CB84-4C93-B2BB-C896BFD84093}">
      <dgm:prSet/>
      <dgm:spPr/>
      <dgm:t>
        <a:bodyPr/>
        <a:lstStyle/>
        <a:p>
          <a:endParaRPr lang="fr-FR"/>
        </a:p>
      </dgm:t>
    </dgm:pt>
    <dgm:pt modelId="{DF4BEB4F-F0C8-4676-AB0B-3AF616915287}" type="sibTrans" cxnId="{2B96DB0B-CB84-4C93-B2BB-C896BFD84093}">
      <dgm:prSet/>
      <dgm:spPr/>
      <dgm:t>
        <a:bodyPr/>
        <a:lstStyle/>
        <a:p>
          <a:endParaRPr lang="fr-FR"/>
        </a:p>
      </dgm:t>
    </dgm:pt>
    <dgm:pt modelId="{E0B52577-43FE-45E8-AD49-3D53D681F0E7}">
      <dgm:prSet phldrT="[Text]"/>
      <dgm:spPr/>
      <dgm:t>
        <a:bodyPr/>
        <a:lstStyle/>
        <a:p>
          <a:pPr rtl="0"/>
          <a:r>
            <a:rPr lang="fr-FR" b="0" noProof="0" dirty="0" err="1"/>
            <a:t>Managment</a:t>
          </a:r>
          <a:r>
            <a:rPr lang="fr-FR" b="0" noProof="0" dirty="0"/>
            <a:t> (M1 + M2)</a:t>
          </a:r>
        </a:p>
      </dgm:t>
    </dgm:pt>
    <dgm:pt modelId="{8AD9E7B9-32E7-4CEE-AD6A-75ECFCDBB2A9}" type="parTrans" cxnId="{8095A7DD-5909-4D2E-ABB7-0A537F413668}">
      <dgm:prSet/>
      <dgm:spPr/>
      <dgm:t>
        <a:bodyPr/>
        <a:lstStyle/>
        <a:p>
          <a:endParaRPr lang="fr-FR"/>
        </a:p>
      </dgm:t>
    </dgm:pt>
    <dgm:pt modelId="{0199C63D-DA8F-4471-86D7-AF8F646E3106}" type="sibTrans" cxnId="{8095A7DD-5909-4D2E-ABB7-0A537F413668}">
      <dgm:prSet/>
      <dgm:spPr/>
      <dgm:t>
        <a:bodyPr/>
        <a:lstStyle/>
        <a:p>
          <a:endParaRPr lang="fr-FR"/>
        </a:p>
      </dgm:t>
    </dgm:pt>
    <dgm:pt modelId="{240C0211-8E15-453B-8A42-9E2EBA9AE5E6}">
      <dgm:prSet phldrT="[Text]"/>
      <dgm:spPr/>
      <dgm:t>
        <a:bodyPr/>
        <a:lstStyle/>
        <a:p>
          <a:pPr rtl="0"/>
          <a:r>
            <a:rPr lang="fr-FR" b="0" noProof="0" dirty="0"/>
            <a:t>Weekly </a:t>
          </a:r>
        </a:p>
      </dgm:t>
    </dgm:pt>
    <dgm:pt modelId="{1A19411E-D041-429C-A5F4-AE007C240867}" type="parTrans" cxnId="{21199C00-8CF7-4192-874F-6447AB9EA123}">
      <dgm:prSet/>
      <dgm:spPr/>
      <dgm:t>
        <a:bodyPr/>
        <a:lstStyle/>
        <a:p>
          <a:endParaRPr lang="fr-FR"/>
        </a:p>
      </dgm:t>
    </dgm:pt>
    <dgm:pt modelId="{1EBC5B19-85F4-47FC-B6D3-D6C33FCD5B9D}" type="sibTrans" cxnId="{21199C00-8CF7-4192-874F-6447AB9EA123}">
      <dgm:prSet/>
      <dgm:spPr/>
      <dgm:t>
        <a:bodyPr/>
        <a:lstStyle/>
        <a:p>
          <a:endParaRPr lang="fr-FR"/>
        </a:p>
      </dgm:t>
    </dgm:pt>
    <dgm:pt modelId="{EB0E0FD5-060D-4964-889C-1870419196A8}">
      <dgm:prSet phldrT="[Text]"/>
      <dgm:spPr/>
      <dgm:t>
        <a:bodyPr/>
        <a:lstStyle/>
        <a:p>
          <a:pPr rtl="0"/>
          <a:r>
            <a:rPr lang="fr-FR" noProof="0" dirty="0"/>
            <a:t>Raspberry pi</a:t>
          </a:r>
        </a:p>
      </dgm:t>
    </dgm:pt>
    <dgm:pt modelId="{854F8E1E-1944-410E-A5C1-36078AF38639}" type="parTrans" cxnId="{A5CDE325-B4C1-4468-88D7-C4920B5B174A}">
      <dgm:prSet/>
      <dgm:spPr/>
      <dgm:t>
        <a:bodyPr/>
        <a:lstStyle/>
        <a:p>
          <a:endParaRPr lang="fr-FR"/>
        </a:p>
      </dgm:t>
    </dgm:pt>
    <dgm:pt modelId="{C481BA7C-CBA0-4482-A7AC-76F1F7266943}" type="sibTrans" cxnId="{A5CDE325-B4C1-4468-88D7-C4920B5B174A}">
      <dgm:prSet/>
      <dgm:spPr/>
      <dgm:t>
        <a:bodyPr/>
        <a:lstStyle/>
        <a:p>
          <a:endParaRPr lang="fr-FR"/>
        </a:p>
      </dgm:t>
    </dgm:pt>
    <dgm:pt modelId="{617E65AA-9C55-4413-9A95-39CB8B2F95DE}">
      <dgm:prSet phldrT="[Text]"/>
      <dgm:spPr/>
      <dgm:t>
        <a:bodyPr rtlCol="0"/>
        <a:lstStyle/>
        <a:p>
          <a:r>
            <a:rPr lang="en-US" noProof="0"/>
            <a:t>Thrower</a:t>
          </a:r>
          <a:endParaRPr lang="fr-FR" noProof="0" dirty="0"/>
        </a:p>
      </dgm:t>
    </dgm:pt>
    <dgm:pt modelId="{F78CBD41-85AB-4FC8-93DA-8A1D504299E4}" type="parTrans" cxnId="{4CB8BA1D-4290-4B4D-AB3E-C6CC2A3FD19D}">
      <dgm:prSet/>
      <dgm:spPr/>
      <dgm:t>
        <a:bodyPr/>
        <a:lstStyle/>
        <a:p>
          <a:endParaRPr lang="fr-FR"/>
        </a:p>
      </dgm:t>
    </dgm:pt>
    <dgm:pt modelId="{3237B854-BEBB-48BD-B7C1-E3061A2FB09F}" type="sibTrans" cxnId="{4CB8BA1D-4290-4B4D-AB3E-C6CC2A3FD19D}">
      <dgm:prSet/>
      <dgm:spPr/>
      <dgm:t>
        <a:bodyPr/>
        <a:lstStyle/>
        <a:p>
          <a:endParaRPr lang="fr-FR"/>
        </a:p>
      </dgm:t>
    </dgm:pt>
    <dgm:pt modelId="{77184600-E502-4B62-98C4-686E1EFE2478}">
      <dgm:prSet phldrT="[Text]"/>
      <dgm:spPr/>
      <dgm:t>
        <a:bodyPr rtlCol="0"/>
        <a:lstStyle/>
        <a:p>
          <a:r>
            <a:rPr lang="fr-FR" noProof="0" dirty="0" err="1"/>
            <a:t>Azel</a:t>
          </a:r>
          <a:endParaRPr lang="fr-FR" noProof="0" dirty="0"/>
        </a:p>
      </dgm:t>
    </dgm:pt>
    <dgm:pt modelId="{09A7539A-A7AE-4386-9A82-620C08804130}" type="parTrans" cxnId="{4AC57D1B-24CD-4863-AA5F-E89D7F43E921}">
      <dgm:prSet/>
      <dgm:spPr/>
      <dgm:t>
        <a:bodyPr/>
        <a:lstStyle/>
        <a:p>
          <a:endParaRPr lang="fr-FR"/>
        </a:p>
      </dgm:t>
    </dgm:pt>
    <dgm:pt modelId="{1CDCF840-B0CC-4F2C-A35E-ECD6E6C793C8}" type="sibTrans" cxnId="{4AC57D1B-24CD-4863-AA5F-E89D7F43E921}">
      <dgm:prSet/>
      <dgm:spPr/>
      <dgm:t>
        <a:bodyPr/>
        <a:lstStyle/>
        <a:p>
          <a:endParaRPr lang="fr-FR"/>
        </a:p>
      </dgm:t>
    </dgm:pt>
    <dgm:pt modelId="{0B152180-0793-4D5F-8758-7ADFA1006F68}">
      <dgm:prSet phldrT="[Text]"/>
      <dgm:spPr/>
      <dgm:t>
        <a:bodyPr/>
        <a:lstStyle/>
        <a:p>
          <a:pPr rtl="0"/>
          <a:r>
            <a:rPr lang="fr-FR" noProof="0" dirty="0"/>
            <a:t>Update code</a:t>
          </a:r>
        </a:p>
      </dgm:t>
    </dgm:pt>
    <dgm:pt modelId="{11CD32FD-84DD-479E-A0F0-635697BE2BB9}" type="parTrans" cxnId="{BFA14E14-E481-4201-A8ED-EF3EDC3C1651}">
      <dgm:prSet/>
      <dgm:spPr/>
      <dgm:t>
        <a:bodyPr/>
        <a:lstStyle/>
        <a:p>
          <a:endParaRPr lang="fr-FR"/>
        </a:p>
      </dgm:t>
    </dgm:pt>
    <dgm:pt modelId="{553FE6EC-470D-4F60-8597-E2537642B7F2}" type="sibTrans" cxnId="{BFA14E14-E481-4201-A8ED-EF3EDC3C1651}">
      <dgm:prSet/>
      <dgm:spPr/>
      <dgm:t>
        <a:bodyPr/>
        <a:lstStyle/>
        <a:p>
          <a:endParaRPr lang="fr-FR"/>
        </a:p>
      </dgm:t>
    </dgm:pt>
    <dgm:pt modelId="{97C650E3-B1E7-4754-9CA1-1B234B277820}">
      <dgm:prSet phldrT="[Text]"/>
      <dgm:spPr/>
      <dgm:t>
        <a:bodyPr rtlCol="0"/>
        <a:lstStyle/>
        <a:p>
          <a:r>
            <a:rPr lang="fr-FR" noProof="0" dirty="0"/>
            <a:t>Code</a:t>
          </a:r>
        </a:p>
      </dgm:t>
    </dgm:pt>
    <dgm:pt modelId="{78EF5296-EF07-4AF2-8AEF-E4CEA78E2B6B}" type="parTrans" cxnId="{DA1EF921-C99E-45C9-855A-246DD968567A}">
      <dgm:prSet/>
      <dgm:spPr/>
      <dgm:t>
        <a:bodyPr/>
        <a:lstStyle/>
        <a:p>
          <a:endParaRPr lang="fr-FR"/>
        </a:p>
      </dgm:t>
    </dgm:pt>
    <dgm:pt modelId="{368AF2AE-BE3F-4719-AC12-CE531461299B}" type="sibTrans" cxnId="{DA1EF921-C99E-45C9-855A-246DD968567A}">
      <dgm:prSet/>
      <dgm:spPr/>
      <dgm:t>
        <a:bodyPr/>
        <a:lstStyle/>
        <a:p>
          <a:endParaRPr lang="fr-FR"/>
        </a:p>
      </dgm:t>
    </dgm:pt>
    <dgm:pt modelId="{F6278AF9-DDDE-4B6C-AE4E-9776282043F8}">
      <dgm:prSet phldrT="[Text]"/>
      <dgm:spPr/>
      <dgm:t>
        <a:bodyPr rtlCol="0"/>
        <a:lstStyle/>
        <a:p>
          <a:r>
            <a:rPr lang="fr-FR" noProof="0" dirty="0"/>
            <a:t>Montage Electric</a:t>
          </a:r>
        </a:p>
      </dgm:t>
    </dgm:pt>
    <dgm:pt modelId="{845F25D0-59F3-4D95-A423-27D504917E25}" type="parTrans" cxnId="{3FA360A3-1C84-45C7-8F5E-F2B530C87C2C}">
      <dgm:prSet/>
      <dgm:spPr/>
      <dgm:t>
        <a:bodyPr/>
        <a:lstStyle/>
        <a:p>
          <a:endParaRPr lang="fr-FR"/>
        </a:p>
      </dgm:t>
    </dgm:pt>
    <dgm:pt modelId="{7DB08233-6282-404E-A351-040E1009FF49}" type="sibTrans" cxnId="{3FA360A3-1C84-45C7-8F5E-F2B530C87C2C}">
      <dgm:prSet/>
      <dgm:spPr/>
      <dgm:t>
        <a:bodyPr/>
        <a:lstStyle/>
        <a:p>
          <a:endParaRPr lang="fr-FR"/>
        </a:p>
      </dgm:t>
    </dgm:pt>
    <dgm:pt modelId="{38B875C4-2772-49D8-8501-7226D4B6689B}">
      <dgm:prSet phldrT="[Text]"/>
      <dgm:spPr/>
      <dgm:t>
        <a:bodyPr rtlCol="0"/>
        <a:lstStyle/>
        <a:p>
          <a:r>
            <a:rPr lang="fr-FR" noProof="0" dirty="0"/>
            <a:t>Test PWM</a:t>
          </a:r>
        </a:p>
      </dgm:t>
    </dgm:pt>
    <dgm:pt modelId="{8EBBF9E4-E898-4111-A2C0-54FA283A0C75}" type="parTrans" cxnId="{9E94EC09-1A19-4EEF-BA86-504152E31ACC}">
      <dgm:prSet/>
      <dgm:spPr/>
      <dgm:t>
        <a:bodyPr/>
        <a:lstStyle/>
        <a:p>
          <a:endParaRPr lang="fr-FR"/>
        </a:p>
      </dgm:t>
    </dgm:pt>
    <dgm:pt modelId="{DAF08FF4-CA49-48C5-994C-4E1845610392}" type="sibTrans" cxnId="{9E94EC09-1A19-4EEF-BA86-504152E31ACC}">
      <dgm:prSet/>
      <dgm:spPr/>
      <dgm:t>
        <a:bodyPr/>
        <a:lstStyle/>
        <a:p>
          <a:endParaRPr lang="fr-FR"/>
        </a:p>
      </dgm:t>
    </dgm:pt>
    <dgm:pt modelId="{B6E81FDE-23DA-4562-AFF9-1B6C341E22DF}">
      <dgm:prSet phldrT="[Text]"/>
      <dgm:spPr/>
      <dgm:t>
        <a:bodyPr/>
        <a:lstStyle/>
        <a:p>
          <a:pPr rtl="0"/>
          <a:r>
            <a:rPr lang="fr-FR" noProof="0" dirty="0" err="1"/>
            <a:t>Cleaning</a:t>
          </a:r>
          <a:r>
            <a:rPr lang="fr-FR" noProof="0" dirty="0"/>
            <a:t>, </a:t>
          </a:r>
          <a:r>
            <a:rPr lang="fr-FR" noProof="0" dirty="0" err="1"/>
            <a:t>error</a:t>
          </a:r>
          <a:r>
            <a:rPr lang="fr-FR" noProof="0" dirty="0"/>
            <a:t> </a:t>
          </a:r>
          <a:r>
            <a:rPr lang="fr-FR" noProof="0" dirty="0" err="1"/>
            <a:t>cabling</a:t>
          </a:r>
          <a:r>
            <a:rPr lang="fr-FR" noProof="0" dirty="0"/>
            <a:t> </a:t>
          </a:r>
          <a:r>
            <a:rPr lang="fr-FR" noProof="0" dirty="0" err="1"/>
            <a:t>etc</a:t>
          </a:r>
          <a:endParaRPr lang="fr-FR" noProof="0" dirty="0"/>
        </a:p>
      </dgm:t>
    </dgm:pt>
    <dgm:pt modelId="{EC3B1602-CF71-42F7-89AC-1827C6AA608D}" type="parTrans" cxnId="{8A3B5ED8-98D1-4CA3-AA40-0179B7369F35}">
      <dgm:prSet/>
      <dgm:spPr/>
      <dgm:t>
        <a:bodyPr/>
        <a:lstStyle/>
        <a:p>
          <a:endParaRPr lang="fr-FR"/>
        </a:p>
      </dgm:t>
    </dgm:pt>
    <dgm:pt modelId="{6A0F36A9-DF7C-43F6-9A44-33D27427B58B}" type="sibTrans" cxnId="{8A3B5ED8-98D1-4CA3-AA40-0179B7369F35}">
      <dgm:prSet/>
      <dgm:spPr/>
      <dgm:t>
        <a:bodyPr/>
        <a:lstStyle/>
        <a:p>
          <a:endParaRPr lang="fr-FR"/>
        </a:p>
      </dgm:t>
    </dgm:pt>
    <dgm:pt modelId="{B8361CC0-B43E-459D-B6A0-D7A18ADC37AE}">
      <dgm:prSet phldrT="[Text]"/>
      <dgm:spPr/>
      <dgm:t>
        <a:bodyPr/>
        <a:lstStyle/>
        <a:p>
          <a:pPr rtl="0"/>
          <a:r>
            <a:rPr lang="fr-FR" noProof="0" dirty="0"/>
            <a:t>Real time </a:t>
          </a:r>
        </a:p>
      </dgm:t>
    </dgm:pt>
    <dgm:pt modelId="{B707855E-88D6-4792-A58A-1B8729590238}" type="parTrans" cxnId="{5A73B7CE-651A-4DDF-9800-298E7F4E337D}">
      <dgm:prSet/>
      <dgm:spPr/>
      <dgm:t>
        <a:bodyPr/>
        <a:lstStyle/>
        <a:p>
          <a:endParaRPr lang="fr-FR"/>
        </a:p>
      </dgm:t>
    </dgm:pt>
    <dgm:pt modelId="{C1D35599-4BB8-478C-9E97-B4371EA8A5C0}" type="sibTrans" cxnId="{5A73B7CE-651A-4DDF-9800-298E7F4E337D}">
      <dgm:prSet/>
      <dgm:spPr/>
      <dgm:t>
        <a:bodyPr/>
        <a:lstStyle/>
        <a:p>
          <a:endParaRPr lang="fr-FR"/>
        </a:p>
      </dgm:t>
    </dgm:pt>
    <dgm:pt modelId="{5DB5293D-C6DB-4812-B820-4A7520D348F9}">
      <dgm:prSet phldrT="[Text]"/>
      <dgm:spPr/>
      <dgm:t>
        <a:bodyPr/>
        <a:lstStyle/>
        <a:p>
          <a:pPr rtl="0"/>
          <a:r>
            <a:rPr lang="fr-FR" noProof="0" dirty="0" err="1"/>
            <a:t>PCBs</a:t>
          </a:r>
          <a:r>
            <a:rPr lang="fr-FR" noProof="0" dirty="0"/>
            <a:t> </a:t>
          </a:r>
          <a:r>
            <a:rPr lang="fr-FR" noProof="0" dirty="0" err="1"/>
            <a:t>Deployment</a:t>
          </a:r>
          <a:endParaRPr lang="fr-FR" noProof="0" dirty="0"/>
        </a:p>
      </dgm:t>
    </dgm:pt>
    <dgm:pt modelId="{D799AB09-4A8D-4432-B876-9F816F02931A}" type="parTrans" cxnId="{E2D47C9E-637C-4FBE-8C7A-9F340C3D36E2}">
      <dgm:prSet/>
      <dgm:spPr/>
      <dgm:t>
        <a:bodyPr/>
        <a:lstStyle/>
        <a:p>
          <a:endParaRPr lang="fr-FR"/>
        </a:p>
      </dgm:t>
    </dgm:pt>
    <dgm:pt modelId="{546B7031-374B-4544-954A-D884C7521C06}" type="sibTrans" cxnId="{E2D47C9E-637C-4FBE-8C7A-9F340C3D36E2}">
      <dgm:prSet/>
      <dgm:spPr/>
      <dgm:t>
        <a:bodyPr/>
        <a:lstStyle/>
        <a:p>
          <a:endParaRPr lang="fr-FR"/>
        </a:p>
      </dgm:t>
    </dgm:pt>
    <dgm:pt modelId="{1F78138B-BC83-4EE3-8AC9-39D36E20F56F}">
      <dgm:prSet phldrT="[Text]"/>
      <dgm:spPr/>
      <dgm:t>
        <a:bodyPr/>
        <a:lstStyle/>
        <a:p>
          <a:pPr rtl="0"/>
          <a:r>
            <a:rPr lang="fr-FR" b="1" noProof="0" dirty="0"/>
            <a:t>M1 + mél</a:t>
          </a:r>
        </a:p>
      </dgm:t>
    </dgm:pt>
    <dgm:pt modelId="{32497B7D-88BC-4ED8-ABA4-4F4AC1674BD0}" type="parTrans" cxnId="{F5539389-3321-459E-8B40-B851FBB39F4A}">
      <dgm:prSet/>
      <dgm:spPr/>
      <dgm:t>
        <a:bodyPr/>
        <a:lstStyle/>
        <a:p>
          <a:endParaRPr lang="fr-FR"/>
        </a:p>
      </dgm:t>
    </dgm:pt>
    <dgm:pt modelId="{39166254-4E91-44D0-AC37-9AF0017BC0B7}" type="sibTrans" cxnId="{F5539389-3321-459E-8B40-B851FBB39F4A}">
      <dgm:prSet/>
      <dgm:spPr/>
      <dgm:t>
        <a:bodyPr/>
        <a:lstStyle/>
        <a:p>
          <a:endParaRPr lang="fr-FR"/>
        </a:p>
      </dgm:t>
    </dgm:pt>
    <dgm:pt modelId="{EB1F3FCE-CB0B-4759-80FB-896216BB261F}">
      <dgm:prSet phldrT="[Text]"/>
      <dgm:spPr/>
      <dgm:t>
        <a:bodyPr/>
        <a:lstStyle/>
        <a:p>
          <a:pPr rtl="0"/>
          <a:r>
            <a:rPr lang="fr-FR" noProof="0" dirty="0" err="1"/>
            <a:t>Environment</a:t>
          </a:r>
          <a:r>
            <a:rPr lang="fr-FR" noProof="0" dirty="0"/>
            <a:t> configuration</a:t>
          </a:r>
        </a:p>
      </dgm:t>
    </dgm:pt>
    <dgm:pt modelId="{2723A4FA-E76C-452F-8432-1A7B71731D6B}" type="parTrans" cxnId="{74255188-FEBF-400C-BD3A-1E398D99C344}">
      <dgm:prSet/>
      <dgm:spPr/>
      <dgm:t>
        <a:bodyPr/>
        <a:lstStyle/>
        <a:p>
          <a:endParaRPr lang="fr-FR"/>
        </a:p>
      </dgm:t>
    </dgm:pt>
    <dgm:pt modelId="{C1DB6DD8-3C3F-4DB0-AA90-A9B6B41CCA2B}" type="sibTrans" cxnId="{74255188-FEBF-400C-BD3A-1E398D99C344}">
      <dgm:prSet/>
      <dgm:spPr/>
      <dgm:t>
        <a:bodyPr/>
        <a:lstStyle/>
        <a:p>
          <a:endParaRPr lang="fr-FR"/>
        </a:p>
      </dgm:t>
    </dgm:pt>
    <dgm:pt modelId="{D3E34D60-67F1-4FB1-9BFE-122537130631}">
      <dgm:prSet phldrT="[Text]"/>
      <dgm:spPr/>
      <dgm:t>
        <a:bodyPr/>
        <a:lstStyle/>
        <a:p>
          <a:pPr rtl="0"/>
          <a:r>
            <a:rPr lang="fr-FR" noProof="0" dirty="0"/>
            <a:t>LCD</a:t>
          </a:r>
        </a:p>
      </dgm:t>
    </dgm:pt>
    <dgm:pt modelId="{2DC2B735-92B6-469C-89D6-4EA5FD5DF2BA}" type="parTrans" cxnId="{7D5ECD1F-0A83-4CBA-A706-7E0ED4E3A754}">
      <dgm:prSet/>
      <dgm:spPr/>
      <dgm:t>
        <a:bodyPr/>
        <a:lstStyle/>
        <a:p>
          <a:endParaRPr lang="fr-FR"/>
        </a:p>
      </dgm:t>
    </dgm:pt>
    <dgm:pt modelId="{933CC8AF-24E0-4D0E-BB54-0EC5DED0CCE9}" type="sibTrans" cxnId="{7D5ECD1F-0A83-4CBA-A706-7E0ED4E3A754}">
      <dgm:prSet/>
      <dgm:spPr/>
      <dgm:t>
        <a:bodyPr/>
        <a:lstStyle/>
        <a:p>
          <a:endParaRPr lang="fr-FR"/>
        </a:p>
      </dgm:t>
    </dgm:pt>
    <dgm:pt modelId="{6F5E6F68-28C1-4305-B627-546A831C3963}">
      <dgm:prSet phldrT="[Text]"/>
      <dgm:spPr/>
      <dgm:t>
        <a:bodyPr/>
        <a:lstStyle/>
        <a:p>
          <a:pPr rtl="0"/>
          <a:r>
            <a:rPr lang="fr-FR" noProof="0" dirty="0"/>
            <a:t>Camera</a:t>
          </a:r>
        </a:p>
      </dgm:t>
    </dgm:pt>
    <dgm:pt modelId="{4461B480-10A0-44B3-B0B6-E35C9618D699}" type="parTrans" cxnId="{25E2C19D-AC16-4CC3-A290-B5148BCE3C56}">
      <dgm:prSet/>
      <dgm:spPr/>
      <dgm:t>
        <a:bodyPr/>
        <a:lstStyle/>
        <a:p>
          <a:endParaRPr lang="fr-FR"/>
        </a:p>
      </dgm:t>
    </dgm:pt>
    <dgm:pt modelId="{786BD722-886A-4CF3-81B6-3D1C430F6E04}" type="sibTrans" cxnId="{25E2C19D-AC16-4CC3-A290-B5148BCE3C56}">
      <dgm:prSet/>
      <dgm:spPr/>
      <dgm:t>
        <a:bodyPr/>
        <a:lstStyle/>
        <a:p>
          <a:endParaRPr lang="fr-FR"/>
        </a:p>
      </dgm:t>
    </dgm:pt>
    <dgm:pt modelId="{C67E8930-996D-4DBB-AA5D-D5CA4CE39D26}">
      <dgm:prSet phldrT="[Text]"/>
      <dgm:spPr/>
      <dgm:t>
        <a:bodyPr/>
        <a:lstStyle/>
        <a:p>
          <a:pPr rtl="0"/>
          <a:r>
            <a:rPr lang="fr-FR" noProof="0" dirty="0"/>
            <a:t>Audio</a:t>
          </a:r>
        </a:p>
      </dgm:t>
    </dgm:pt>
    <dgm:pt modelId="{6C0DE4AC-EC96-4244-A4B6-D30B23D196FA}" type="parTrans" cxnId="{A399E7BC-1C04-4904-B7AF-ACB431E605FD}">
      <dgm:prSet/>
      <dgm:spPr/>
      <dgm:t>
        <a:bodyPr/>
        <a:lstStyle/>
        <a:p>
          <a:endParaRPr lang="fr-FR"/>
        </a:p>
      </dgm:t>
    </dgm:pt>
    <dgm:pt modelId="{FFFC17AF-E51B-4EF6-9884-8DA99AC0F589}" type="sibTrans" cxnId="{A399E7BC-1C04-4904-B7AF-ACB431E605FD}">
      <dgm:prSet/>
      <dgm:spPr/>
      <dgm:t>
        <a:bodyPr/>
        <a:lstStyle/>
        <a:p>
          <a:endParaRPr lang="fr-FR"/>
        </a:p>
      </dgm:t>
    </dgm:pt>
    <dgm:pt modelId="{CAC2EC8E-7F73-40E8-8DDE-04F8D87E2AFE}">
      <dgm:prSet phldrT="[Text]"/>
      <dgm:spPr/>
      <dgm:t>
        <a:bodyPr/>
        <a:lstStyle/>
        <a:p>
          <a:pPr rtl="0"/>
          <a:r>
            <a:rPr lang="fr-FR" noProof="0" dirty="0"/>
            <a:t>Network (</a:t>
          </a:r>
          <a:r>
            <a:rPr lang="fr-FR" noProof="0" dirty="0" err="1"/>
            <a:t>peneque</a:t>
          </a:r>
          <a:r>
            <a:rPr lang="fr-FR" noProof="0" dirty="0"/>
            <a:t> + flux </a:t>
          </a:r>
          <a:r>
            <a:rPr lang="fr-FR" noProof="0" dirty="0" err="1"/>
            <a:t>vlc</a:t>
          </a:r>
          <a:r>
            <a:rPr lang="fr-FR" noProof="0" dirty="0"/>
            <a:t>)</a:t>
          </a:r>
        </a:p>
      </dgm:t>
    </dgm:pt>
    <dgm:pt modelId="{D78C71B3-65F1-4DB1-A19D-2882B14CCCDA}" type="parTrans" cxnId="{10B99098-DACD-4C66-B088-8AAB7B694358}">
      <dgm:prSet/>
      <dgm:spPr/>
      <dgm:t>
        <a:bodyPr/>
        <a:lstStyle/>
        <a:p>
          <a:endParaRPr lang="fr-FR"/>
        </a:p>
      </dgm:t>
    </dgm:pt>
    <dgm:pt modelId="{57C48405-B666-4C1A-A422-FBEC67C3FB91}" type="sibTrans" cxnId="{10B99098-DACD-4C66-B088-8AAB7B694358}">
      <dgm:prSet/>
      <dgm:spPr/>
      <dgm:t>
        <a:bodyPr/>
        <a:lstStyle/>
        <a:p>
          <a:endParaRPr lang="fr-FR"/>
        </a:p>
      </dgm:t>
    </dgm:pt>
    <dgm:pt modelId="{461069EF-F7BA-4C9A-9C30-E8023683389E}">
      <dgm:prSet phldrT="[Text]"/>
      <dgm:spPr/>
      <dgm:t>
        <a:bodyPr/>
        <a:lstStyle/>
        <a:p>
          <a:pPr rtl="0"/>
          <a:r>
            <a:rPr lang="fr-FR" noProof="0" dirty="0"/>
            <a:t>Lidar</a:t>
          </a:r>
        </a:p>
      </dgm:t>
    </dgm:pt>
    <dgm:pt modelId="{A932AD92-585E-46DF-A4E1-F464325F3C23}" type="parTrans" cxnId="{6E439CD8-D3C7-4FC9-A0DF-9098B1DFACA6}">
      <dgm:prSet/>
      <dgm:spPr/>
      <dgm:t>
        <a:bodyPr/>
        <a:lstStyle/>
        <a:p>
          <a:endParaRPr lang="fr-FR"/>
        </a:p>
      </dgm:t>
    </dgm:pt>
    <dgm:pt modelId="{EFBB54DD-FD9F-46C8-82C7-441EDCA8E141}" type="sibTrans" cxnId="{6E439CD8-D3C7-4FC9-A0DF-9098B1DFACA6}">
      <dgm:prSet/>
      <dgm:spPr/>
      <dgm:t>
        <a:bodyPr/>
        <a:lstStyle/>
        <a:p>
          <a:endParaRPr lang="fr-FR"/>
        </a:p>
      </dgm:t>
    </dgm:pt>
    <dgm:pt modelId="{FFD34D65-88C8-49CB-81DC-C50F3331A070}">
      <dgm:prSet phldrT="[Text]"/>
      <dgm:spPr/>
      <dgm:t>
        <a:bodyPr/>
        <a:lstStyle/>
        <a:p>
          <a:pPr rtl="0"/>
          <a:r>
            <a:rPr lang="fr-FR" noProof="0" dirty="0"/>
            <a:t>Scenarii</a:t>
          </a:r>
        </a:p>
      </dgm:t>
    </dgm:pt>
    <dgm:pt modelId="{0D60F0E4-7BF7-4B27-98B4-A86C05C5C641}" type="parTrans" cxnId="{3C664A77-025E-4177-83FE-6F023F0A081E}">
      <dgm:prSet/>
      <dgm:spPr/>
      <dgm:t>
        <a:bodyPr/>
        <a:lstStyle/>
        <a:p>
          <a:endParaRPr lang="fr-FR"/>
        </a:p>
      </dgm:t>
    </dgm:pt>
    <dgm:pt modelId="{3FE22648-0DFB-4FCD-BFCD-9DD1A96D6984}" type="sibTrans" cxnId="{3C664A77-025E-4177-83FE-6F023F0A081E}">
      <dgm:prSet/>
      <dgm:spPr/>
      <dgm:t>
        <a:bodyPr/>
        <a:lstStyle/>
        <a:p>
          <a:endParaRPr lang="fr-FR"/>
        </a:p>
      </dgm:t>
    </dgm:pt>
    <dgm:pt modelId="{4F5A69CA-F220-4641-B04C-E4EBDECEAC47}">
      <dgm:prSet phldrT="[Text]"/>
      <dgm:spPr/>
      <dgm:t>
        <a:bodyPr/>
        <a:lstStyle/>
        <a:p>
          <a:pPr rtl="0"/>
          <a:r>
            <a:rPr lang="fr-FR" noProof="0" dirty="0" err="1"/>
            <a:t>Search</a:t>
          </a:r>
          <a:endParaRPr lang="fr-FR" noProof="0" dirty="0"/>
        </a:p>
      </dgm:t>
    </dgm:pt>
    <dgm:pt modelId="{497D538F-1DDD-4F0E-9AA3-7167C06AA671}" type="parTrans" cxnId="{FE3133B4-929A-40BB-B862-A7DBC549CD8B}">
      <dgm:prSet/>
      <dgm:spPr/>
      <dgm:t>
        <a:bodyPr/>
        <a:lstStyle/>
        <a:p>
          <a:endParaRPr lang="fr-FR"/>
        </a:p>
      </dgm:t>
    </dgm:pt>
    <dgm:pt modelId="{84457FD0-C7F9-4490-AFAC-5E34321EDA7A}" type="sibTrans" cxnId="{FE3133B4-929A-40BB-B862-A7DBC549CD8B}">
      <dgm:prSet/>
      <dgm:spPr/>
      <dgm:t>
        <a:bodyPr/>
        <a:lstStyle/>
        <a:p>
          <a:endParaRPr lang="fr-FR"/>
        </a:p>
      </dgm:t>
    </dgm:pt>
    <dgm:pt modelId="{773E8B19-AF9C-4B34-8573-4634685F20C4}">
      <dgm:prSet phldrT="[Text]"/>
      <dgm:spPr/>
      <dgm:t>
        <a:bodyPr/>
        <a:lstStyle/>
        <a:p>
          <a:pPr rtl="0"/>
          <a:r>
            <a:rPr lang="fr-FR" noProof="0" dirty="0" err="1"/>
            <a:t>Cabling</a:t>
          </a:r>
          <a:endParaRPr lang="fr-FR" noProof="0" dirty="0"/>
        </a:p>
      </dgm:t>
    </dgm:pt>
    <dgm:pt modelId="{AB8A2E0B-597E-424C-8EE4-341509D1F546}" type="parTrans" cxnId="{C3C26777-19DB-4873-A292-4966F4606520}">
      <dgm:prSet/>
      <dgm:spPr/>
      <dgm:t>
        <a:bodyPr/>
        <a:lstStyle/>
        <a:p>
          <a:endParaRPr lang="fr-FR"/>
        </a:p>
      </dgm:t>
    </dgm:pt>
    <dgm:pt modelId="{5975FE20-EED9-4978-BE67-D481003FA561}" type="sibTrans" cxnId="{C3C26777-19DB-4873-A292-4966F4606520}">
      <dgm:prSet/>
      <dgm:spPr/>
      <dgm:t>
        <a:bodyPr/>
        <a:lstStyle/>
        <a:p>
          <a:endParaRPr lang="fr-FR"/>
        </a:p>
      </dgm:t>
    </dgm:pt>
    <dgm:pt modelId="{4B107CCB-FAA1-4B12-B6EF-8B0E65045CF1}">
      <dgm:prSet phldrT="[Text]"/>
      <dgm:spPr/>
      <dgm:t>
        <a:bodyPr/>
        <a:lstStyle/>
        <a:p>
          <a:pPr rtl="0"/>
          <a:r>
            <a:rPr lang="fr-FR" noProof="0" dirty="0"/>
            <a:t>Data </a:t>
          </a:r>
          <a:r>
            <a:rPr lang="fr-FR" noProof="0" dirty="0" err="1"/>
            <a:t>sending</a:t>
          </a:r>
          <a:endParaRPr lang="fr-FR" noProof="0" dirty="0"/>
        </a:p>
      </dgm:t>
    </dgm:pt>
    <dgm:pt modelId="{B7024FF2-CAC7-4B2A-92CC-93D5C3392BFA}" type="parTrans" cxnId="{993AD7FB-7A5D-4CA3-9F01-44929FC86EE1}">
      <dgm:prSet/>
      <dgm:spPr/>
      <dgm:t>
        <a:bodyPr/>
        <a:lstStyle/>
        <a:p>
          <a:endParaRPr lang="fr-FR"/>
        </a:p>
      </dgm:t>
    </dgm:pt>
    <dgm:pt modelId="{BA581CFC-21EA-470F-96DD-9CC93A6B44D7}" type="sibTrans" cxnId="{993AD7FB-7A5D-4CA3-9F01-44929FC86EE1}">
      <dgm:prSet/>
      <dgm:spPr/>
      <dgm:t>
        <a:bodyPr/>
        <a:lstStyle/>
        <a:p>
          <a:endParaRPr lang="fr-FR"/>
        </a:p>
      </dgm:t>
    </dgm:pt>
    <dgm:pt modelId="{89DE562A-C935-47A2-917F-96F3063E540D}">
      <dgm:prSet phldrT="[Text]"/>
      <dgm:spPr/>
      <dgm:t>
        <a:bodyPr/>
        <a:lstStyle/>
        <a:p>
          <a:pPr rtl="0"/>
          <a:r>
            <a:rPr lang="fr-FR" noProof="0" dirty="0"/>
            <a:t>Data </a:t>
          </a:r>
          <a:r>
            <a:rPr lang="fr-FR" noProof="0" dirty="0" err="1"/>
            <a:t>treatment</a:t>
          </a:r>
          <a:endParaRPr lang="fr-FR" noProof="0" dirty="0"/>
        </a:p>
      </dgm:t>
    </dgm:pt>
    <dgm:pt modelId="{0B47DC17-3293-422F-B653-13E1D814861C}" type="parTrans" cxnId="{59945A1C-CDF7-48C2-9AF4-1F6B935E8B8A}">
      <dgm:prSet/>
      <dgm:spPr/>
      <dgm:t>
        <a:bodyPr/>
        <a:lstStyle/>
        <a:p>
          <a:endParaRPr lang="fr-FR"/>
        </a:p>
      </dgm:t>
    </dgm:pt>
    <dgm:pt modelId="{CC7E723A-A5B7-4680-A24C-7FF71CE71A08}" type="sibTrans" cxnId="{59945A1C-CDF7-48C2-9AF4-1F6B935E8B8A}">
      <dgm:prSet/>
      <dgm:spPr/>
      <dgm:t>
        <a:bodyPr/>
        <a:lstStyle/>
        <a:p>
          <a:endParaRPr lang="fr-FR"/>
        </a:p>
      </dgm:t>
    </dgm:pt>
    <dgm:pt modelId="{E65B9128-17E2-42D3-BFE4-2E55E7F78F55}">
      <dgm:prSet phldrT="[Text]"/>
      <dgm:spPr/>
      <dgm:t>
        <a:bodyPr/>
        <a:lstStyle/>
        <a:p>
          <a:pPr rtl="0"/>
          <a:r>
            <a:rPr lang="fr-FR" noProof="0" dirty="0"/>
            <a:t>Scenario 1</a:t>
          </a:r>
        </a:p>
      </dgm:t>
    </dgm:pt>
    <dgm:pt modelId="{1B9DA9E1-9FC1-41FF-BE79-B7E67B511C56}" type="parTrans" cxnId="{7071E060-189C-4BA6-B802-48A8EDA5F872}">
      <dgm:prSet/>
      <dgm:spPr/>
      <dgm:t>
        <a:bodyPr/>
        <a:lstStyle/>
        <a:p>
          <a:endParaRPr lang="fr-FR"/>
        </a:p>
      </dgm:t>
    </dgm:pt>
    <dgm:pt modelId="{7C191954-B5D2-4578-AE97-2333EA5876D5}" type="sibTrans" cxnId="{7071E060-189C-4BA6-B802-48A8EDA5F872}">
      <dgm:prSet/>
      <dgm:spPr/>
      <dgm:t>
        <a:bodyPr/>
        <a:lstStyle/>
        <a:p>
          <a:endParaRPr lang="fr-FR"/>
        </a:p>
      </dgm:t>
    </dgm:pt>
    <dgm:pt modelId="{32581EC0-0EFB-4605-A04C-D6F235F23FD6}">
      <dgm:prSet phldrT="[Text]"/>
      <dgm:spPr/>
      <dgm:t>
        <a:bodyPr/>
        <a:lstStyle/>
        <a:p>
          <a:pPr rtl="0"/>
          <a:r>
            <a:rPr lang="fr-FR" noProof="0" dirty="0"/>
            <a:t>Robot </a:t>
          </a:r>
          <a:r>
            <a:rPr lang="fr-FR" noProof="0" dirty="0" err="1"/>
            <a:t>integration</a:t>
          </a:r>
          <a:r>
            <a:rPr lang="fr-FR" noProof="0" dirty="0"/>
            <a:t> </a:t>
          </a:r>
        </a:p>
      </dgm:t>
    </dgm:pt>
    <dgm:pt modelId="{44E666CF-BE79-4BBF-A6D6-6184A95C98FD}" type="parTrans" cxnId="{6C797A04-57C0-4316-9345-70AE017240EC}">
      <dgm:prSet/>
      <dgm:spPr/>
      <dgm:t>
        <a:bodyPr/>
        <a:lstStyle/>
        <a:p>
          <a:endParaRPr lang="fr-FR"/>
        </a:p>
      </dgm:t>
    </dgm:pt>
    <dgm:pt modelId="{D011E71B-959B-4C96-B6FD-F6F9CC379151}" type="sibTrans" cxnId="{6C797A04-57C0-4316-9345-70AE017240EC}">
      <dgm:prSet/>
      <dgm:spPr/>
      <dgm:t>
        <a:bodyPr/>
        <a:lstStyle/>
        <a:p>
          <a:endParaRPr lang="fr-FR"/>
        </a:p>
      </dgm:t>
    </dgm:pt>
    <dgm:pt modelId="{019838EB-4C16-4F44-B750-A9E2110FDB93}">
      <dgm:prSet phldrT="[Text]"/>
      <dgm:spPr/>
      <dgm:t>
        <a:bodyPr/>
        <a:lstStyle/>
        <a:p>
          <a:pPr rtl="0"/>
          <a:r>
            <a:rPr lang="fr-FR" noProof="0"/>
            <a:t>Robot integration </a:t>
          </a:r>
          <a:endParaRPr lang="fr-FR" noProof="0" dirty="0"/>
        </a:p>
      </dgm:t>
    </dgm:pt>
    <dgm:pt modelId="{70BBB046-66F0-4C31-A480-9C4F9196ACC7}" type="parTrans" cxnId="{14F36515-39AD-4255-B64D-57E4E005A78A}">
      <dgm:prSet/>
      <dgm:spPr/>
      <dgm:t>
        <a:bodyPr/>
        <a:lstStyle/>
        <a:p>
          <a:endParaRPr lang="fr-FR"/>
        </a:p>
      </dgm:t>
    </dgm:pt>
    <dgm:pt modelId="{977DA7DF-FEAB-4C3B-9C37-AD494F2E2A86}" type="sibTrans" cxnId="{14F36515-39AD-4255-B64D-57E4E005A78A}">
      <dgm:prSet/>
      <dgm:spPr/>
      <dgm:t>
        <a:bodyPr/>
        <a:lstStyle/>
        <a:p>
          <a:endParaRPr lang="fr-FR"/>
        </a:p>
      </dgm:t>
    </dgm:pt>
    <dgm:pt modelId="{BB10A469-1E2F-483D-ADC9-E80655790B18}">
      <dgm:prSet phldrT="[Text]"/>
      <dgm:spPr/>
      <dgm:t>
        <a:bodyPr/>
        <a:lstStyle/>
        <a:p>
          <a:pPr rtl="0"/>
          <a:r>
            <a:rPr lang="fr-FR" noProof="0" dirty="0"/>
            <a:t>Scenario 2</a:t>
          </a:r>
        </a:p>
      </dgm:t>
    </dgm:pt>
    <dgm:pt modelId="{68AB31A3-394D-47CD-8EA7-9690777C19C7}" type="parTrans" cxnId="{E222106F-59B7-4312-8BCA-7394D4B6467B}">
      <dgm:prSet/>
      <dgm:spPr/>
      <dgm:t>
        <a:bodyPr/>
        <a:lstStyle/>
        <a:p>
          <a:endParaRPr lang="fr-FR"/>
        </a:p>
      </dgm:t>
    </dgm:pt>
    <dgm:pt modelId="{CFDAAE0E-B40F-41AD-A4E5-880909F3F210}" type="sibTrans" cxnId="{E222106F-59B7-4312-8BCA-7394D4B6467B}">
      <dgm:prSet/>
      <dgm:spPr/>
      <dgm:t>
        <a:bodyPr/>
        <a:lstStyle/>
        <a:p>
          <a:endParaRPr lang="fr-FR"/>
        </a:p>
      </dgm:t>
    </dgm:pt>
    <dgm:pt modelId="{62786CE9-7F77-4EB7-BBA7-2846FF7F478F}">
      <dgm:prSet phldrT="[Text]"/>
      <dgm:spPr/>
      <dgm:t>
        <a:bodyPr/>
        <a:lstStyle/>
        <a:p>
          <a:pPr rtl="0"/>
          <a:r>
            <a:rPr lang="fr-FR" noProof="0" dirty="0"/>
            <a:t>Scenario 3</a:t>
          </a:r>
        </a:p>
      </dgm:t>
    </dgm:pt>
    <dgm:pt modelId="{7DE3412A-CB05-409D-B210-DA19E4B69F62}" type="parTrans" cxnId="{2FC1FFF9-4421-438F-B40A-E0AD1F3B6865}">
      <dgm:prSet/>
      <dgm:spPr/>
      <dgm:t>
        <a:bodyPr/>
        <a:lstStyle/>
        <a:p>
          <a:endParaRPr lang="fr-FR"/>
        </a:p>
      </dgm:t>
    </dgm:pt>
    <dgm:pt modelId="{1BD3BD78-9E2D-4A4F-971F-2677CEBE90D9}" type="sibTrans" cxnId="{2FC1FFF9-4421-438F-B40A-E0AD1F3B6865}">
      <dgm:prSet/>
      <dgm:spPr/>
      <dgm:t>
        <a:bodyPr/>
        <a:lstStyle/>
        <a:p>
          <a:endParaRPr lang="fr-FR"/>
        </a:p>
      </dgm:t>
    </dgm:pt>
    <dgm:pt modelId="{E9424F39-05FD-49EF-A159-6FA7A52104F8}">
      <dgm:prSet phldrT="[Text]"/>
      <dgm:spPr/>
      <dgm:t>
        <a:bodyPr/>
        <a:lstStyle/>
        <a:p>
          <a:pPr rtl="0"/>
          <a:r>
            <a:rPr lang="fr-FR" noProof="0" dirty="0"/>
            <a:t>Scenario 4</a:t>
          </a:r>
        </a:p>
      </dgm:t>
    </dgm:pt>
    <dgm:pt modelId="{6756B314-8011-47D7-A74E-CD5067A62B41}" type="parTrans" cxnId="{4AAC9547-5F98-40DD-AE69-E6FB079BAF9A}">
      <dgm:prSet/>
      <dgm:spPr/>
      <dgm:t>
        <a:bodyPr/>
        <a:lstStyle/>
        <a:p>
          <a:endParaRPr lang="fr-FR"/>
        </a:p>
      </dgm:t>
    </dgm:pt>
    <dgm:pt modelId="{ACE1FABE-8877-4D37-B436-B2F2A2FDA88E}" type="sibTrans" cxnId="{4AAC9547-5F98-40DD-AE69-E6FB079BAF9A}">
      <dgm:prSet/>
      <dgm:spPr/>
      <dgm:t>
        <a:bodyPr/>
        <a:lstStyle/>
        <a:p>
          <a:endParaRPr lang="fr-FR"/>
        </a:p>
      </dgm:t>
    </dgm:pt>
    <dgm:pt modelId="{594BCF6D-82E9-4139-810C-4AF0EE0FFFA6}">
      <dgm:prSet phldrT="[Text]"/>
      <dgm:spPr/>
      <dgm:t>
        <a:bodyPr/>
        <a:lstStyle/>
        <a:p>
          <a:pPr rtl="0"/>
          <a:r>
            <a:rPr lang="fr-FR" noProof="0" dirty="0"/>
            <a:t>Brainstorming scenarii</a:t>
          </a:r>
        </a:p>
      </dgm:t>
    </dgm:pt>
    <dgm:pt modelId="{4611E2E7-76EF-41A7-A73E-1C9C06A2AB28}" type="parTrans" cxnId="{236FBF24-0A8A-428A-919C-5074122FFABC}">
      <dgm:prSet/>
      <dgm:spPr/>
      <dgm:t>
        <a:bodyPr/>
        <a:lstStyle/>
        <a:p>
          <a:endParaRPr lang="fr-FR"/>
        </a:p>
      </dgm:t>
    </dgm:pt>
    <dgm:pt modelId="{A094D851-AF10-4991-8359-9F9EC4A4974D}" type="sibTrans" cxnId="{236FBF24-0A8A-428A-919C-5074122FFABC}">
      <dgm:prSet/>
      <dgm:spPr/>
      <dgm:t>
        <a:bodyPr/>
        <a:lstStyle/>
        <a:p>
          <a:endParaRPr lang="fr-FR"/>
        </a:p>
      </dgm:t>
    </dgm:pt>
    <dgm:pt modelId="{072242A0-D530-44D6-A36F-8B27BB53AD1A}">
      <dgm:prSet phldrT="[Text]"/>
      <dgm:spPr/>
      <dgm:t>
        <a:bodyPr/>
        <a:lstStyle/>
        <a:p>
          <a:pPr rtl="0"/>
          <a:r>
            <a:rPr lang="fr-FR" b="1" noProof="0" dirty="0"/>
            <a:t>Adrien Nicolas</a:t>
          </a:r>
        </a:p>
      </dgm:t>
    </dgm:pt>
    <dgm:pt modelId="{971DE080-7CCF-4EC7-8039-039364B2B23D}" type="parTrans" cxnId="{4A478C2A-F774-4482-BA78-24F919908645}">
      <dgm:prSet/>
      <dgm:spPr/>
      <dgm:t>
        <a:bodyPr/>
        <a:lstStyle/>
        <a:p>
          <a:endParaRPr lang="fr-FR"/>
        </a:p>
      </dgm:t>
    </dgm:pt>
    <dgm:pt modelId="{49499501-4112-49D2-83FB-5107B5588BEA}" type="sibTrans" cxnId="{4A478C2A-F774-4482-BA78-24F919908645}">
      <dgm:prSet/>
      <dgm:spPr/>
      <dgm:t>
        <a:bodyPr/>
        <a:lstStyle/>
        <a:p>
          <a:endParaRPr lang="fr-FR"/>
        </a:p>
      </dgm:t>
    </dgm:pt>
    <dgm:pt modelId="{B0961566-BF31-474D-B552-205A032AD519}">
      <dgm:prSet phldrT="[Text]"/>
      <dgm:spPr/>
      <dgm:t>
        <a:bodyPr/>
        <a:lstStyle/>
        <a:p>
          <a:pPr rtl="0"/>
          <a:r>
            <a:rPr lang="fr-FR" b="1" noProof="0" dirty="0" err="1"/>
            <a:t>Everybody</a:t>
          </a:r>
          <a:endParaRPr lang="fr-FR" b="1" noProof="0" dirty="0"/>
        </a:p>
      </dgm:t>
    </dgm:pt>
    <dgm:pt modelId="{A8C2706C-7667-4DAE-A7E1-DD9AB8F32C6C}" type="parTrans" cxnId="{A2ACE205-8D2D-4C1E-9B8F-8925CCBAC712}">
      <dgm:prSet/>
      <dgm:spPr/>
      <dgm:t>
        <a:bodyPr/>
        <a:lstStyle/>
        <a:p>
          <a:endParaRPr lang="fr-FR"/>
        </a:p>
      </dgm:t>
    </dgm:pt>
    <dgm:pt modelId="{2FADD8DE-8916-4206-A449-B75ED50EDC3A}" type="sibTrans" cxnId="{A2ACE205-8D2D-4C1E-9B8F-8925CCBAC712}">
      <dgm:prSet/>
      <dgm:spPr/>
      <dgm:t>
        <a:bodyPr/>
        <a:lstStyle/>
        <a:p>
          <a:endParaRPr lang="fr-FR"/>
        </a:p>
      </dgm:t>
    </dgm:pt>
    <dgm:pt modelId="{AA605965-F5C4-4FAE-B952-ABEC0C297A2C}">
      <dgm:prSet phldrT="[Text]"/>
      <dgm:spPr/>
      <dgm:t>
        <a:bodyPr/>
        <a:lstStyle/>
        <a:p>
          <a:pPr rtl="0"/>
          <a:r>
            <a:rPr lang="fr-FR" noProof="0" dirty="0"/>
            <a:t>Scenario 5</a:t>
          </a:r>
        </a:p>
      </dgm:t>
    </dgm:pt>
    <dgm:pt modelId="{53AD1D82-A9DD-4CF0-8FA4-683EBBDF2131}" type="parTrans" cxnId="{BECB4EB5-62F3-4090-8E42-45FA1F95E913}">
      <dgm:prSet/>
      <dgm:spPr/>
      <dgm:t>
        <a:bodyPr/>
        <a:lstStyle/>
        <a:p>
          <a:endParaRPr lang="fr-FR"/>
        </a:p>
      </dgm:t>
    </dgm:pt>
    <dgm:pt modelId="{741BCEB3-BC37-47AD-A1DB-67468F8B23B8}" type="sibTrans" cxnId="{BECB4EB5-62F3-4090-8E42-45FA1F95E913}">
      <dgm:prSet/>
      <dgm:spPr/>
      <dgm:t>
        <a:bodyPr/>
        <a:lstStyle/>
        <a:p>
          <a:endParaRPr lang="fr-FR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512C80CE-151B-4595-9CF1-900E1F72A0F5}" type="pres">
      <dgm:prSet presAssocID="{CB633465-69F8-4749-AFAE-3BC0C5C07576}" presName="vertFlow" presStyleCnt="0"/>
      <dgm:spPr/>
    </dgm:pt>
    <dgm:pt modelId="{9DB43834-1106-46A8-8D14-0EE25C777640}" type="pres">
      <dgm:prSet presAssocID="{CB633465-69F8-4749-AFAE-3BC0C5C07576}" presName="header" presStyleLbl="node1" presStyleIdx="0" presStyleCnt="9"/>
      <dgm:spPr/>
    </dgm:pt>
    <dgm:pt modelId="{7F86BAFE-67C2-47C8-8E70-11A43520027B}" type="pres">
      <dgm:prSet presAssocID="{0A909B5A-36FA-4CF8-BB61-0CB4ED1BB152}" presName="parTrans" presStyleLbl="sibTrans2D1" presStyleIdx="0" presStyleCnt="55"/>
      <dgm:spPr/>
    </dgm:pt>
    <dgm:pt modelId="{C8BC5212-A897-4429-8375-5EDF3FE68417}" type="pres">
      <dgm:prSet presAssocID="{963CB537-6D56-4CD0-9B1E-8A0BE9AFFB98}" presName="child" presStyleLbl="alignAccFollowNode1" presStyleIdx="0" presStyleCnt="55">
        <dgm:presLayoutVars>
          <dgm:chMax val="0"/>
          <dgm:bulletEnabled val="1"/>
        </dgm:presLayoutVars>
      </dgm:prSet>
      <dgm:spPr/>
    </dgm:pt>
    <dgm:pt modelId="{833AEAF2-142E-44CB-8FB7-705CF4EC7FB9}" type="pres">
      <dgm:prSet presAssocID="{10D23D3F-74CC-4531-A380-FE1A78408852}" presName="sibTrans" presStyleLbl="sibTrans2D1" presStyleIdx="1" presStyleCnt="55"/>
      <dgm:spPr/>
    </dgm:pt>
    <dgm:pt modelId="{D6BFE608-4FE0-43D3-B5BD-860A74950E16}" type="pres">
      <dgm:prSet presAssocID="{32BA31A5-B336-4F16-AF0E-9398222FE44D}" presName="child" presStyleLbl="alignAccFollowNode1" presStyleIdx="1" presStyleCnt="55">
        <dgm:presLayoutVars>
          <dgm:chMax val="0"/>
          <dgm:bulletEnabled val="1"/>
        </dgm:presLayoutVars>
      </dgm:prSet>
      <dgm:spPr/>
    </dgm:pt>
    <dgm:pt modelId="{65D7DEB2-8850-4776-8FD7-68AE15D8BAD2}" type="pres">
      <dgm:prSet presAssocID="{12A347FE-40FC-4427-9035-54658544AAE5}" presName="sibTrans" presStyleLbl="sibTrans2D1" presStyleIdx="2" presStyleCnt="55"/>
      <dgm:spPr/>
    </dgm:pt>
    <dgm:pt modelId="{00DE5F36-982F-49C5-BE6E-E399D6AAE1D6}" type="pres">
      <dgm:prSet presAssocID="{D067A906-CD6E-4057-91E9-B39317943E8F}" presName="child" presStyleLbl="alignAccFollowNode1" presStyleIdx="2" presStyleCnt="55">
        <dgm:presLayoutVars>
          <dgm:chMax val="0"/>
          <dgm:bulletEnabled val="1"/>
        </dgm:presLayoutVars>
      </dgm:prSet>
      <dgm:spPr/>
    </dgm:pt>
    <dgm:pt modelId="{341CB8C5-33F0-478B-9822-B56698C5DC45}" type="pres">
      <dgm:prSet presAssocID="{FB352D3C-0060-4051-832B-59E087911A9D}" presName="sibTrans" presStyleLbl="sibTrans2D1" presStyleIdx="3" presStyleCnt="55"/>
      <dgm:spPr/>
    </dgm:pt>
    <dgm:pt modelId="{9A856151-A70F-4BC6-A334-F138E77E10B6}" type="pres">
      <dgm:prSet presAssocID="{1D23859C-108E-487B-977E-5F83FB4753EE}" presName="child" presStyleLbl="alignAccFollowNode1" presStyleIdx="3" presStyleCnt="55">
        <dgm:presLayoutVars>
          <dgm:chMax val="0"/>
          <dgm:bulletEnabled val="1"/>
        </dgm:presLayoutVars>
      </dgm:prSet>
      <dgm:spPr/>
    </dgm:pt>
    <dgm:pt modelId="{3AE182D7-0981-4ED5-BBB4-F458FF87EBFB}" type="pres">
      <dgm:prSet presAssocID="{89BE4ABE-599A-4A7B-9BFC-CBD3522D8616}" presName="sibTrans" presStyleLbl="sibTrans2D1" presStyleIdx="4" presStyleCnt="55"/>
      <dgm:spPr/>
    </dgm:pt>
    <dgm:pt modelId="{7A21FFDF-D8C5-4B22-BE96-E6302F16D819}" type="pres">
      <dgm:prSet presAssocID="{CC6619C4-4FFC-48A1-A7A1-A2394E2A3D37}" presName="child" presStyleLbl="alignAccFollowNode1" presStyleIdx="4" presStyleCnt="55">
        <dgm:presLayoutVars>
          <dgm:chMax val="0"/>
          <dgm:bulletEnabled val="1"/>
        </dgm:presLayoutVars>
      </dgm:prSet>
      <dgm:spPr/>
    </dgm:pt>
    <dgm:pt modelId="{8AE0C734-33C9-4261-BF10-17EB8C6DB8B2}" type="pres">
      <dgm:prSet presAssocID="{38C11498-AB46-4A5E-A2F8-E4FC8FE69147}" presName="sibTrans" presStyleLbl="sibTrans2D1" presStyleIdx="5" presStyleCnt="55"/>
      <dgm:spPr/>
    </dgm:pt>
    <dgm:pt modelId="{8F2C20E7-E60A-4392-AC38-C617142C1A15}" type="pres">
      <dgm:prSet presAssocID="{A4932717-BE77-478B-8700-03900B4FB5C3}" presName="child" presStyleLbl="alignAccFollowNode1" presStyleIdx="5" presStyleCnt="55">
        <dgm:presLayoutVars>
          <dgm:chMax val="0"/>
          <dgm:bulletEnabled val="1"/>
        </dgm:presLayoutVars>
      </dgm:prSet>
      <dgm:spPr/>
    </dgm:pt>
    <dgm:pt modelId="{3FBCE499-B4E1-48F1-B1A9-75D92A9321D3}" type="pres">
      <dgm:prSet presAssocID="{A96EFE3F-897F-4990-BE1E-AC117DE07ADB}" presName="sibTrans" presStyleLbl="sibTrans2D1" presStyleIdx="6" presStyleCnt="55"/>
      <dgm:spPr/>
    </dgm:pt>
    <dgm:pt modelId="{ED892690-0ECC-43F3-B5A7-51FADE545715}" type="pres">
      <dgm:prSet presAssocID="{09140EA5-89B1-44BC-ABEB-46A7810B618C}" presName="child" presStyleLbl="alignAccFollowNode1" presStyleIdx="6" presStyleCnt="55">
        <dgm:presLayoutVars>
          <dgm:chMax val="0"/>
          <dgm:bulletEnabled val="1"/>
        </dgm:presLayoutVars>
      </dgm:prSet>
      <dgm:spPr/>
    </dgm:pt>
    <dgm:pt modelId="{9E755B87-DF50-475F-9741-BF5B2022F68A}" type="pres">
      <dgm:prSet presAssocID="{DF4BEB4F-F0C8-4676-AB0B-3AF616915287}" presName="sibTrans" presStyleLbl="sibTrans2D1" presStyleIdx="7" presStyleCnt="55"/>
      <dgm:spPr/>
    </dgm:pt>
    <dgm:pt modelId="{10D0814A-8F12-44C3-BF9A-3E7FBA21F6F2}" type="pres">
      <dgm:prSet presAssocID="{E0B52577-43FE-45E8-AD49-3D53D681F0E7}" presName="child" presStyleLbl="alignAccFollowNode1" presStyleIdx="7" presStyleCnt="55">
        <dgm:presLayoutVars>
          <dgm:chMax val="0"/>
          <dgm:bulletEnabled val="1"/>
        </dgm:presLayoutVars>
      </dgm:prSet>
      <dgm:spPr/>
    </dgm:pt>
    <dgm:pt modelId="{8963BCBA-0B0D-4219-933D-EA6557979257}" type="pres">
      <dgm:prSet presAssocID="{0199C63D-DA8F-4471-86D7-AF8F646E3106}" presName="sibTrans" presStyleLbl="sibTrans2D1" presStyleIdx="8" presStyleCnt="55"/>
      <dgm:spPr/>
    </dgm:pt>
    <dgm:pt modelId="{48439AB1-A45E-4B96-9324-CADF81B2B86A}" type="pres">
      <dgm:prSet presAssocID="{240C0211-8E15-453B-8A42-9E2EBA9AE5E6}" presName="child" presStyleLbl="alignAccFollowNode1" presStyleIdx="8" presStyleCnt="55">
        <dgm:presLayoutVars>
          <dgm:chMax val="0"/>
          <dgm:bulletEnabled val="1"/>
        </dgm:presLayoutVars>
      </dgm:prSet>
      <dgm:spPr/>
    </dgm:pt>
    <dgm:pt modelId="{9AFFB732-EA95-4724-8E38-9A5A1D9F3657}" type="pres">
      <dgm:prSet presAssocID="{CB633465-69F8-4749-AFAE-3BC0C5C07576}" presName="hSp" presStyleCnt="0"/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1" presStyleCnt="9"/>
      <dgm:spPr/>
    </dgm:pt>
    <dgm:pt modelId="{055B992E-969C-4C88-B33E-176C01EE5CF3}" type="pres">
      <dgm:prSet presAssocID="{365A8863-9F4A-4B58-A311-459517000E2C}" presName="parTrans" presStyleLbl="sibTrans2D1" presStyleIdx="9" presStyleCnt="55"/>
      <dgm:spPr/>
    </dgm:pt>
    <dgm:pt modelId="{0E67F7A0-62C9-4104-ADA1-A8DCD96DA2D8}" type="pres">
      <dgm:prSet presAssocID="{B29B0231-0213-48CF-AF9D-C2F6ED303F58}" presName="child" presStyleLbl="alignAccFollowNode1" presStyleIdx="9" presStyleCnt="55">
        <dgm:presLayoutVars>
          <dgm:chMax val="0"/>
          <dgm:bulletEnabled val="1"/>
        </dgm:presLayoutVars>
      </dgm:prSet>
      <dgm:spPr/>
    </dgm:pt>
    <dgm:pt modelId="{490DB18D-0F6F-45ED-9FE4-8DE39318007B}" type="pres">
      <dgm:prSet presAssocID="{8FDE9E7A-128A-4735-BF8F-0222768F955F}" presName="sibTrans" presStyleLbl="sibTrans2D1" presStyleIdx="10" presStyleCnt="55"/>
      <dgm:spPr/>
    </dgm:pt>
    <dgm:pt modelId="{CA94FD3C-361C-4BBA-9D35-DA0638728D90}" type="pres">
      <dgm:prSet presAssocID="{B586B1F5-1875-41DA-92B6-3C757BDBD3F6}" presName="child" presStyleLbl="alignAccFollowNode1" presStyleIdx="10" presStyleCnt="55">
        <dgm:presLayoutVars>
          <dgm:chMax val="0"/>
          <dgm:bulletEnabled val="1"/>
        </dgm:presLayoutVars>
      </dgm:prSet>
      <dgm:spPr/>
    </dgm:pt>
    <dgm:pt modelId="{C089F077-E607-4ACF-857A-DA240D50AEDF}" type="pres">
      <dgm:prSet presAssocID="{1BC9198F-2E37-4C5A-B2CE-D16F2774CC0F}" presName="sibTrans" presStyleLbl="sibTrans2D1" presStyleIdx="11" presStyleCnt="55"/>
      <dgm:spPr/>
    </dgm:pt>
    <dgm:pt modelId="{9A5E1799-26FB-4959-97AA-0FCC22761318}" type="pres">
      <dgm:prSet presAssocID="{F7CED298-1605-4B60-9FC8-0A4C25C5AA00}" presName="child" presStyleLbl="alignAccFollowNode1" presStyleIdx="11" presStyleCnt="55">
        <dgm:presLayoutVars>
          <dgm:chMax val="0"/>
          <dgm:bulletEnabled val="1"/>
        </dgm:presLayoutVars>
      </dgm:prSet>
      <dgm:spPr/>
    </dgm:pt>
    <dgm:pt modelId="{A904F003-CAB1-4563-8414-4B74FADF400E}" type="pres">
      <dgm:prSet presAssocID="{1009FF03-5F93-449C-AF20-55447EEE50AB}" presName="sibTrans" presStyleLbl="sibTrans2D1" presStyleIdx="12" presStyleCnt="55"/>
      <dgm:spPr/>
    </dgm:pt>
    <dgm:pt modelId="{274AF662-EE55-4900-AD2E-C1DA6E3830F3}" type="pres">
      <dgm:prSet presAssocID="{0FA3D139-B9ED-41B0-9DF9-3323698A6318}" presName="child" presStyleLbl="alignAccFollowNode1" presStyleIdx="12" presStyleCnt="55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C64F4C64-9C19-489C-89DE-2782A0EBED4F}" type="pres">
      <dgm:prSet presAssocID="{CF1C6313-4564-47A5-B9C0-92FA7E595ECA}" presName="vertFlow" presStyleCnt="0"/>
      <dgm:spPr/>
    </dgm:pt>
    <dgm:pt modelId="{E9381F77-A434-4268-8491-4E0BF2496F77}" type="pres">
      <dgm:prSet presAssocID="{CF1C6313-4564-47A5-B9C0-92FA7E595ECA}" presName="header" presStyleLbl="node1" presStyleIdx="2" presStyleCnt="9"/>
      <dgm:spPr/>
    </dgm:pt>
    <dgm:pt modelId="{DD00C8CD-401F-4BD0-911C-F2283C953D22}" type="pres">
      <dgm:prSet presAssocID="{124C5332-837C-441F-B2C5-D233373E825B}" presName="parTrans" presStyleLbl="sibTrans2D1" presStyleIdx="13" presStyleCnt="55"/>
      <dgm:spPr/>
    </dgm:pt>
    <dgm:pt modelId="{CC7D114B-A6B8-4682-8ED6-564950128EAF}" type="pres">
      <dgm:prSet presAssocID="{3434A807-DC28-4E70-89EF-B7271BEE3AA2}" presName="child" presStyleLbl="alignAccFollowNode1" presStyleIdx="13" presStyleCnt="55">
        <dgm:presLayoutVars>
          <dgm:chMax val="0"/>
          <dgm:bulletEnabled val="1"/>
        </dgm:presLayoutVars>
      </dgm:prSet>
      <dgm:spPr/>
    </dgm:pt>
    <dgm:pt modelId="{952D141E-0AC3-4EF9-8243-F8584B5EA9C9}" type="pres">
      <dgm:prSet presAssocID="{DFF31695-D6B4-469F-8F60-150F96BF4923}" presName="sibTrans" presStyleLbl="sibTrans2D1" presStyleIdx="14" presStyleCnt="55"/>
      <dgm:spPr/>
    </dgm:pt>
    <dgm:pt modelId="{08725F1C-D650-4B6E-859B-07F55ADA59F7}" type="pres">
      <dgm:prSet presAssocID="{18C9CCEF-9A3D-430F-A19C-58ADE4E609C5}" presName="child" presStyleLbl="alignAccFollowNode1" presStyleIdx="14" presStyleCnt="55">
        <dgm:presLayoutVars>
          <dgm:chMax val="0"/>
          <dgm:bulletEnabled val="1"/>
        </dgm:presLayoutVars>
      </dgm:prSet>
      <dgm:spPr/>
    </dgm:pt>
    <dgm:pt modelId="{251ABF3F-412E-480A-86D9-3C2DF9BBAFDD}" type="pres">
      <dgm:prSet presAssocID="{959F1DEB-B53B-4BBD-9E8F-00D2257995F7}" presName="sibTrans" presStyleLbl="sibTrans2D1" presStyleIdx="15" presStyleCnt="55"/>
      <dgm:spPr/>
    </dgm:pt>
    <dgm:pt modelId="{5AC734BE-2FFF-4839-B33E-3C376891D8F7}" type="pres">
      <dgm:prSet presAssocID="{6536A804-3A8E-47DA-A099-89D430AF0029}" presName="child" presStyleLbl="alignAccFollowNode1" presStyleIdx="15" presStyleCnt="55">
        <dgm:presLayoutVars>
          <dgm:chMax val="0"/>
          <dgm:bulletEnabled val="1"/>
        </dgm:presLayoutVars>
      </dgm:prSet>
      <dgm:spPr/>
    </dgm:pt>
    <dgm:pt modelId="{B0D27BCA-7BAE-48DD-9D50-347DD182D38C}" type="pres">
      <dgm:prSet presAssocID="{86356297-A0A6-43B1-B130-BDF7EF424AF1}" presName="sibTrans" presStyleLbl="sibTrans2D1" presStyleIdx="16" presStyleCnt="55"/>
      <dgm:spPr/>
    </dgm:pt>
    <dgm:pt modelId="{8948142C-1B4F-404B-8FA0-01D572582F14}" type="pres">
      <dgm:prSet presAssocID="{4B3F70D1-5F30-479A-AD80-FF489AC4BA7D}" presName="child" presStyleLbl="alignAccFollowNode1" presStyleIdx="16" presStyleCnt="55">
        <dgm:presLayoutVars>
          <dgm:chMax val="0"/>
          <dgm:bulletEnabled val="1"/>
        </dgm:presLayoutVars>
      </dgm:prSet>
      <dgm:spPr/>
    </dgm:pt>
    <dgm:pt modelId="{90816C5B-5A07-4CFA-ADA4-8BC84CCFA89F}" type="pres">
      <dgm:prSet presAssocID="{7B536E85-53C2-4E0D-B246-31844C6E19B0}" presName="sibTrans" presStyleLbl="sibTrans2D1" presStyleIdx="17" presStyleCnt="55"/>
      <dgm:spPr/>
    </dgm:pt>
    <dgm:pt modelId="{9D2BCB0C-62D9-495C-A278-639DE32789F8}" type="pres">
      <dgm:prSet presAssocID="{A1782968-1F92-4E9B-B3FA-2E220F0E2F4D}" presName="child" presStyleLbl="alignAccFollowNode1" presStyleIdx="17" presStyleCnt="55">
        <dgm:presLayoutVars>
          <dgm:chMax val="0"/>
          <dgm:bulletEnabled val="1"/>
        </dgm:presLayoutVars>
      </dgm:prSet>
      <dgm:spPr/>
    </dgm:pt>
    <dgm:pt modelId="{83B7FB6D-63F5-477F-B8B9-C8513A6E9257}" type="pres">
      <dgm:prSet presAssocID="{8F895A41-0ECE-46EE-8812-26516BC9E36A}" presName="sibTrans" presStyleLbl="sibTrans2D1" presStyleIdx="18" presStyleCnt="55"/>
      <dgm:spPr/>
    </dgm:pt>
    <dgm:pt modelId="{24D87C81-6569-4EA1-A201-7D5233941020}" type="pres">
      <dgm:prSet presAssocID="{0B152180-0793-4D5F-8758-7ADFA1006F68}" presName="child" presStyleLbl="alignAccFollowNode1" presStyleIdx="18" presStyleCnt="55">
        <dgm:presLayoutVars>
          <dgm:chMax val="0"/>
          <dgm:bulletEnabled val="1"/>
        </dgm:presLayoutVars>
      </dgm:prSet>
      <dgm:spPr/>
    </dgm:pt>
    <dgm:pt modelId="{5638024E-437B-4E4D-AFA6-6E4F8A5E6309}" type="pres">
      <dgm:prSet presAssocID="{CF1C6313-4564-47A5-B9C0-92FA7E595ECA}" presName="hSp" presStyleCnt="0"/>
      <dgm:spPr/>
    </dgm:pt>
    <dgm:pt modelId="{7C936133-3B59-4EE9-AA36-B3603005CB2D}" type="pres">
      <dgm:prSet presAssocID="{617E65AA-9C55-4413-9A95-39CB8B2F95DE}" presName="vertFlow" presStyleCnt="0"/>
      <dgm:spPr/>
    </dgm:pt>
    <dgm:pt modelId="{6099B49D-CAC1-4E2D-A185-6B6673520A82}" type="pres">
      <dgm:prSet presAssocID="{617E65AA-9C55-4413-9A95-39CB8B2F95DE}" presName="header" presStyleLbl="node1" presStyleIdx="3" presStyleCnt="9"/>
      <dgm:spPr/>
    </dgm:pt>
    <dgm:pt modelId="{620A3AC7-D53C-4DB3-87F0-CBD088B28200}" type="pres">
      <dgm:prSet presAssocID="{09A7539A-A7AE-4386-9A82-620C08804130}" presName="parTrans" presStyleLbl="sibTrans2D1" presStyleIdx="19" presStyleCnt="55"/>
      <dgm:spPr/>
    </dgm:pt>
    <dgm:pt modelId="{77952510-0181-43D1-9E56-8F42F4C4A1A3}" type="pres">
      <dgm:prSet presAssocID="{77184600-E502-4B62-98C4-686E1EFE2478}" presName="child" presStyleLbl="alignAccFollowNode1" presStyleIdx="19" presStyleCnt="55">
        <dgm:presLayoutVars>
          <dgm:chMax val="0"/>
          <dgm:bulletEnabled val="1"/>
        </dgm:presLayoutVars>
      </dgm:prSet>
      <dgm:spPr/>
    </dgm:pt>
    <dgm:pt modelId="{A4E0D477-65D0-4C8E-82B7-DBE032B47A77}" type="pres">
      <dgm:prSet presAssocID="{1CDCF840-B0CC-4F2C-A35E-ECD6E6C793C8}" presName="sibTrans" presStyleLbl="sibTrans2D1" presStyleIdx="20" presStyleCnt="55"/>
      <dgm:spPr/>
    </dgm:pt>
    <dgm:pt modelId="{F20FF415-91A4-4163-AB3F-A76F6323E65A}" type="pres">
      <dgm:prSet presAssocID="{97C650E3-B1E7-4754-9CA1-1B234B277820}" presName="child" presStyleLbl="alignAccFollowNode1" presStyleIdx="20" presStyleCnt="55">
        <dgm:presLayoutVars>
          <dgm:chMax val="0"/>
          <dgm:bulletEnabled val="1"/>
        </dgm:presLayoutVars>
      </dgm:prSet>
      <dgm:spPr/>
    </dgm:pt>
    <dgm:pt modelId="{C99E7CC8-BA8C-4799-96B4-7F4244D04547}" type="pres">
      <dgm:prSet presAssocID="{368AF2AE-BE3F-4719-AC12-CE531461299B}" presName="sibTrans" presStyleLbl="sibTrans2D1" presStyleIdx="21" presStyleCnt="55"/>
      <dgm:spPr/>
    </dgm:pt>
    <dgm:pt modelId="{EE8C1519-8A8F-4957-ADA4-BB6DCB6E02D4}" type="pres">
      <dgm:prSet presAssocID="{F6278AF9-DDDE-4B6C-AE4E-9776282043F8}" presName="child" presStyleLbl="alignAccFollowNode1" presStyleIdx="21" presStyleCnt="55">
        <dgm:presLayoutVars>
          <dgm:chMax val="0"/>
          <dgm:bulletEnabled val="1"/>
        </dgm:presLayoutVars>
      </dgm:prSet>
      <dgm:spPr/>
    </dgm:pt>
    <dgm:pt modelId="{7749FCFD-BA08-4C2B-8C85-053B0221F283}" type="pres">
      <dgm:prSet presAssocID="{7DB08233-6282-404E-A351-040E1009FF49}" presName="sibTrans" presStyleLbl="sibTrans2D1" presStyleIdx="22" presStyleCnt="55"/>
      <dgm:spPr/>
    </dgm:pt>
    <dgm:pt modelId="{B1E2D232-51B1-49CE-9267-DD770C9A5A1D}" type="pres">
      <dgm:prSet presAssocID="{38B875C4-2772-49D8-8501-7226D4B6689B}" presName="child" presStyleLbl="alignAccFollowNode1" presStyleIdx="22" presStyleCnt="55">
        <dgm:presLayoutVars>
          <dgm:chMax val="0"/>
          <dgm:bulletEnabled val="1"/>
        </dgm:presLayoutVars>
      </dgm:prSet>
      <dgm:spPr/>
    </dgm:pt>
    <dgm:pt modelId="{060AB549-A14C-4715-B191-DF000345479C}" type="pres">
      <dgm:prSet presAssocID="{617E65AA-9C55-4413-9A95-39CB8B2F95DE}" presName="hSp" presStyleCnt="0"/>
      <dgm:spPr/>
    </dgm:pt>
    <dgm:pt modelId="{CF5CA60B-6F87-4396-860D-89FB2D6EA0A5}" type="pres">
      <dgm:prSet presAssocID="{5CBEC7DD-A25D-4956-9A65-6EA385F6FCB5}" presName="vertFlow" presStyleCnt="0"/>
      <dgm:spPr/>
    </dgm:pt>
    <dgm:pt modelId="{29BD7540-A2BB-42DD-AA97-F27941F79F18}" type="pres">
      <dgm:prSet presAssocID="{5CBEC7DD-A25D-4956-9A65-6EA385F6FCB5}" presName="header" presStyleLbl="node1" presStyleIdx="4" presStyleCnt="9"/>
      <dgm:spPr/>
    </dgm:pt>
    <dgm:pt modelId="{31B413C7-910B-47E7-88C3-160DB10D00F1}" type="pres">
      <dgm:prSet presAssocID="{F8C31ED9-A2C0-4A09-A419-0AE9A44BB8DF}" presName="parTrans" presStyleLbl="sibTrans2D1" presStyleIdx="23" presStyleCnt="55"/>
      <dgm:spPr/>
    </dgm:pt>
    <dgm:pt modelId="{73DBFA1A-3823-4209-9CD6-DBDD456F39FB}" type="pres">
      <dgm:prSet presAssocID="{33BF0E2A-2B00-40A5-832E-FC800DCA5982}" presName="child" presStyleLbl="alignAccFollowNode1" presStyleIdx="23" presStyleCnt="55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24" presStyleCnt="55"/>
      <dgm:spPr/>
    </dgm:pt>
    <dgm:pt modelId="{5FC48671-9963-4D19-B9E6-9EC4F41AD37F}" type="pres">
      <dgm:prSet presAssocID="{503A8ACE-7575-4C19-8B87-BC95156CCEFE}" presName="child" presStyleLbl="alignAccFollowNode1" presStyleIdx="24" presStyleCnt="55">
        <dgm:presLayoutVars>
          <dgm:chMax val="0"/>
          <dgm:bulletEnabled val="1"/>
        </dgm:presLayoutVars>
      </dgm:prSet>
      <dgm:spPr/>
    </dgm:pt>
    <dgm:pt modelId="{70184B3D-752F-4C56-B8FA-B06841EF4ACA}" type="pres">
      <dgm:prSet presAssocID="{BE884E99-6EA4-4F3B-9934-9AC0AD3FC34D}" presName="sibTrans" presStyleLbl="sibTrans2D1" presStyleIdx="25" presStyleCnt="55"/>
      <dgm:spPr/>
    </dgm:pt>
    <dgm:pt modelId="{F2C1D884-3C20-4BD5-921A-3FC525D12ABD}" type="pres">
      <dgm:prSet presAssocID="{04E84D44-27E3-47CA-A359-093C7C0A8B53}" presName="child" presStyleLbl="alignAccFollowNode1" presStyleIdx="25" presStyleCnt="55">
        <dgm:presLayoutVars>
          <dgm:chMax val="0"/>
          <dgm:bulletEnabled val="1"/>
        </dgm:presLayoutVars>
      </dgm:prSet>
      <dgm:spPr/>
    </dgm:pt>
    <dgm:pt modelId="{659A1D33-8174-4164-B8AD-7A3F22BEAD11}" type="pres">
      <dgm:prSet presAssocID="{837AF333-8216-47A2-84B4-C66C4CE8E163}" presName="sibTrans" presStyleLbl="sibTrans2D1" presStyleIdx="26" presStyleCnt="55"/>
      <dgm:spPr/>
    </dgm:pt>
    <dgm:pt modelId="{7D15750F-B05D-4C7F-AE9C-260EC4AB70F3}" type="pres">
      <dgm:prSet presAssocID="{17A60EC1-C6F4-43A4-B541-A6C6128A2535}" presName="child" presStyleLbl="alignAccFollowNode1" presStyleIdx="26" presStyleCnt="55">
        <dgm:presLayoutVars>
          <dgm:chMax val="0"/>
          <dgm:bulletEnabled val="1"/>
        </dgm:presLayoutVars>
      </dgm:prSet>
      <dgm:spPr/>
    </dgm:pt>
    <dgm:pt modelId="{B9F624F8-55F2-4AE8-A88D-D92C3C271215}" type="pres">
      <dgm:prSet presAssocID="{04707FBC-A4C8-41EC-BB17-93CDE2D350C1}" presName="sibTrans" presStyleLbl="sibTrans2D1" presStyleIdx="27" presStyleCnt="55"/>
      <dgm:spPr/>
    </dgm:pt>
    <dgm:pt modelId="{FB182654-D593-4360-BA1A-9F41BB52317F}" type="pres">
      <dgm:prSet presAssocID="{C86978C8-EE3E-410A-8A44-CAC230619350}" presName="child" presStyleLbl="alignAccFollowNode1" presStyleIdx="27" presStyleCnt="55">
        <dgm:presLayoutVars>
          <dgm:chMax val="0"/>
          <dgm:bulletEnabled val="1"/>
        </dgm:presLayoutVars>
      </dgm:prSet>
      <dgm:spPr/>
    </dgm:pt>
    <dgm:pt modelId="{595FBDC9-4E2E-4AA7-93C6-305CFFE528BB}" type="pres">
      <dgm:prSet presAssocID="{4D412A06-B6CB-4B6D-8E42-993DC9D7928D}" presName="sibTrans" presStyleLbl="sibTrans2D1" presStyleIdx="28" presStyleCnt="55"/>
      <dgm:spPr/>
    </dgm:pt>
    <dgm:pt modelId="{E4C818C2-B9CF-456F-8A8A-D73EC8E70D69}" type="pres">
      <dgm:prSet presAssocID="{B6E81FDE-23DA-4562-AFF9-1B6C341E22DF}" presName="child" presStyleLbl="alignAccFollowNode1" presStyleIdx="28" presStyleCnt="55">
        <dgm:presLayoutVars>
          <dgm:chMax val="0"/>
          <dgm:bulletEnabled val="1"/>
        </dgm:presLayoutVars>
      </dgm:prSet>
      <dgm:spPr/>
    </dgm:pt>
    <dgm:pt modelId="{D8228C2C-563B-43D8-9651-0B11234A6637}" type="pres">
      <dgm:prSet presAssocID="{6A0F36A9-DF7C-43F6-9A44-33D27427B58B}" presName="sibTrans" presStyleLbl="sibTrans2D1" presStyleIdx="29" presStyleCnt="55"/>
      <dgm:spPr/>
    </dgm:pt>
    <dgm:pt modelId="{083B96F5-25C7-414B-9383-43FC73958900}" type="pres">
      <dgm:prSet presAssocID="{B8361CC0-B43E-459D-B6A0-D7A18ADC37AE}" presName="child" presStyleLbl="alignAccFollowNode1" presStyleIdx="29" presStyleCnt="55">
        <dgm:presLayoutVars>
          <dgm:chMax val="0"/>
          <dgm:bulletEnabled val="1"/>
        </dgm:presLayoutVars>
      </dgm:prSet>
      <dgm:spPr/>
    </dgm:pt>
    <dgm:pt modelId="{CA52810F-4E5D-4506-B135-E8FE03F4101C}" type="pres">
      <dgm:prSet presAssocID="{5CBEC7DD-A25D-4956-9A65-6EA385F6FCB5}" presName="hSp" presStyleCnt="0"/>
      <dgm:spPr/>
    </dgm:pt>
    <dgm:pt modelId="{31C1B190-5EDB-49F9-A3E8-78520790254D}" type="pres">
      <dgm:prSet presAssocID="{038F6A6A-232A-44A4-9628-ADFA8F068F81}" presName="vertFlow" presStyleCnt="0"/>
      <dgm:spPr/>
    </dgm:pt>
    <dgm:pt modelId="{449405C7-5CE1-47AE-B3E3-49A4FFAD23B4}" type="pres">
      <dgm:prSet presAssocID="{038F6A6A-232A-44A4-9628-ADFA8F068F81}" presName="header" presStyleLbl="node1" presStyleIdx="5" presStyleCnt="9"/>
      <dgm:spPr/>
    </dgm:pt>
    <dgm:pt modelId="{80E7ED24-73E7-49DB-89D8-675EBBF65667}" type="pres">
      <dgm:prSet presAssocID="{3B4413FE-A1AB-426B-8D68-B972BF63B87F}" presName="parTrans" presStyleLbl="sibTrans2D1" presStyleIdx="30" presStyleCnt="55"/>
      <dgm:spPr/>
    </dgm:pt>
    <dgm:pt modelId="{226464CE-15BF-4776-8286-E85D1A4D736D}" type="pres">
      <dgm:prSet presAssocID="{A829D4F7-DB8E-4705-94E3-D00EA1D947F6}" presName="child" presStyleLbl="alignAccFollowNode1" presStyleIdx="30" presStyleCnt="55">
        <dgm:presLayoutVars>
          <dgm:chMax val="0"/>
          <dgm:bulletEnabled val="1"/>
        </dgm:presLayoutVars>
      </dgm:prSet>
      <dgm:spPr/>
    </dgm:pt>
    <dgm:pt modelId="{A0EF812D-7540-4C5E-BD97-55D8BA4C6B1B}" type="pres">
      <dgm:prSet presAssocID="{3B3623E1-B364-4363-879A-8C91DF89F7B0}" presName="sibTrans" presStyleLbl="sibTrans2D1" presStyleIdx="31" presStyleCnt="55"/>
      <dgm:spPr/>
    </dgm:pt>
    <dgm:pt modelId="{D378FE78-6C21-4DC5-A248-A34392B1027F}" type="pres">
      <dgm:prSet presAssocID="{6536CD34-76AD-4865-AD92-C77C03AEF843}" presName="child" presStyleLbl="alignAccFollowNode1" presStyleIdx="31" presStyleCnt="55">
        <dgm:presLayoutVars>
          <dgm:chMax val="0"/>
          <dgm:bulletEnabled val="1"/>
        </dgm:presLayoutVars>
      </dgm:prSet>
      <dgm:spPr/>
    </dgm:pt>
    <dgm:pt modelId="{BD90908C-7340-4BD3-9F41-95943201BF15}" type="pres">
      <dgm:prSet presAssocID="{F44E015F-CEA4-4C8C-9ECE-CD6206F0DF56}" presName="sibTrans" presStyleLbl="sibTrans2D1" presStyleIdx="32" presStyleCnt="55"/>
      <dgm:spPr/>
    </dgm:pt>
    <dgm:pt modelId="{9CBB947A-00A2-4C77-99BE-321EE704322D}" type="pres">
      <dgm:prSet presAssocID="{28042342-D75F-4E40-9079-E9255550F5EE}" presName="child" presStyleLbl="alignAccFollowNode1" presStyleIdx="32" presStyleCnt="55">
        <dgm:presLayoutVars>
          <dgm:chMax val="0"/>
          <dgm:bulletEnabled val="1"/>
        </dgm:presLayoutVars>
      </dgm:prSet>
      <dgm:spPr/>
    </dgm:pt>
    <dgm:pt modelId="{A4FC908C-308C-422B-82EE-D9EC78361C7A}" type="pres">
      <dgm:prSet presAssocID="{6BFBD4A8-51B6-4402-A86E-FAF43D393859}" presName="sibTrans" presStyleLbl="sibTrans2D1" presStyleIdx="33" presStyleCnt="55"/>
      <dgm:spPr/>
    </dgm:pt>
    <dgm:pt modelId="{1F21EAE9-449D-4A44-94EB-F48C87196A4B}" type="pres">
      <dgm:prSet presAssocID="{5DB5293D-C6DB-4812-B820-4A7520D348F9}" presName="child" presStyleLbl="alignAccFollowNode1" presStyleIdx="33" presStyleCnt="55">
        <dgm:presLayoutVars>
          <dgm:chMax val="0"/>
          <dgm:bulletEnabled val="1"/>
        </dgm:presLayoutVars>
      </dgm:prSet>
      <dgm:spPr/>
    </dgm:pt>
    <dgm:pt modelId="{1F53D60A-191A-4C36-919D-C51F6073E2AB}" type="pres">
      <dgm:prSet presAssocID="{546B7031-374B-4544-954A-D884C7521C06}" presName="sibTrans" presStyleLbl="sibTrans2D1" presStyleIdx="34" presStyleCnt="55"/>
      <dgm:spPr/>
    </dgm:pt>
    <dgm:pt modelId="{527DDF7A-80A2-497F-B108-251FA25542B3}" type="pres">
      <dgm:prSet presAssocID="{D9A4E7A5-AD5F-4648-9E03-3FDDCF2AE44A}" presName="child" presStyleLbl="alignAccFollowNode1" presStyleIdx="34" presStyleCnt="55">
        <dgm:presLayoutVars>
          <dgm:chMax val="0"/>
          <dgm:bulletEnabled val="1"/>
        </dgm:presLayoutVars>
      </dgm:prSet>
      <dgm:spPr/>
    </dgm:pt>
    <dgm:pt modelId="{2CBB0095-5ECD-44A8-9C91-5F2E9EA68264}" type="pres">
      <dgm:prSet presAssocID="{038F6A6A-232A-44A4-9628-ADFA8F068F81}" presName="hSp" presStyleCnt="0"/>
      <dgm:spPr/>
    </dgm:pt>
    <dgm:pt modelId="{3FE5EAD4-58F3-4F4A-BF3A-905E70D60C01}" type="pres">
      <dgm:prSet presAssocID="{EB0E0FD5-060D-4964-889C-1870419196A8}" presName="vertFlow" presStyleCnt="0"/>
      <dgm:spPr/>
    </dgm:pt>
    <dgm:pt modelId="{689CC89A-2639-45B6-9FC3-3B880D4F7A71}" type="pres">
      <dgm:prSet presAssocID="{EB0E0FD5-060D-4964-889C-1870419196A8}" presName="header" presStyleLbl="node1" presStyleIdx="6" presStyleCnt="9"/>
      <dgm:spPr/>
    </dgm:pt>
    <dgm:pt modelId="{5249BB87-C15C-48F3-B24D-9529A338B709}" type="pres">
      <dgm:prSet presAssocID="{32497B7D-88BC-4ED8-ABA4-4F4AC1674BD0}" presName="parTrans" presStyleLbl="sibTrans2D1" presStyleIdx="35" presStyleCnt="55"/>
      <dgm:spPr/>
    </dgm:pt>
    <dgm:pt modelId="{E9C78953-BEF6-4C7B-890E-4D93899D6059}" type="pres">
      <dgm:prSet presAssocID="{1F78138B-BC83-4EE3-8AC9-39D36E20F56F}" presName="child" presStyleLbl="alignAccFollowNode1" presStyleIdx="35" presStyleCnt="55">
        <dgm:presLayoutVars>
          <dgm:chMax val="0"/>
          <dgm:bulletEnabled val="1"/>
        </dgm:presLayoutVars>
      </dgm:prSet>
      <dgm:spPr/>
    </dgm:pt>
    <dgm:pt modelId="{36E9807E-A153-4F69-886D-2E3C5D1883CE}" type="pres">
      <dgm:prSet presAssocID="{39166254-4E91-44D0-AC37-9AF0017BC0B7}" presName="sibTrans" presStyleLbl="sibTrans2D1" presStyleIdx="36" presStyleCnt="55"/>
      <dgm:spPr/>
    </dgm:pt>
    <dgm:pt modelId="{AAD7B3EF-3378-4CF8-9784-46C724508D96}" type="pres">
      <dgm:prSet presAssocID="{EB1F3FCE-CB0B-4759-80FB-896216BB261F}" presName="child" presStyleLbl="alignAccFollowNode1" presStyleIdx="36" presStyleCnt="55">
        <dgm:presLayoutVars>
          <dgm:chMax val="0"/>
          <dgm:bulletEnabled val="1"/>
        </dgm:presLayoutVars>
      </dgm:prSet>
      <dgm:spPr/>
    </dgm:pt>
    <dgm:pt modelId="{B2ECC9C4-80A0-48CA-AD25-3C78761078D6}" type="pres">
      <dgm:prSet presAssocID="{C1DB6DD8-3C3F-4DB0-AA90-A9B6B41CCA2B}" presName="sibTrans" presStyleLbl="sibTrans2D1" presStyleIdx="37" presStyleCnt="55"/>
      <dgm:spPr/>
    </dgm:pt>
    <dgm:pt modelId="{A63377B7-A72D-4375-9BF0-96FFA35432AD}" type="pres">
      <dgm:prSet presAssocID="{D3E34D60-67F1-4FB1-9BFE-122537130631}" presName="child" presStyleLbl="alignAccFollowNode1" presStyleIdx="37" presStyleCnt="55">
        <dgm:presLayoutVars>
          <dgm:chMax val="0"/>
          <dgm:bulletEnabled val="1"/>
        </dgm:presLayoutVars>
      </dgm:prSet>
      <dgm:spPr/>
    </dgm:pt>
    <dgm:pt modelId="{2881561F-4323-460D-80B6-E3CEA6FC425C}" type="pres">
      <dgm:prSet presAssocID="{933CC8AF-24E0-4D0E-BB54-0EC5DED0CCE9}" presName="sibTrans" presStyleLbl="sibTrans2D1" presStyleIdx="38" presStyleCnt="55"/>
      <dgm:spPr/>
    </dgm:pt>
    <dgm:pt modelId="{89E846B7-CEC9-448C-A649-25D67345A0FC}" type="pres">
      <dgm:prSet presAssocID="{6F5E6F68-28C1-4305-B627-546A831C3963}" presName="child" presStyleLbl="alignAccFollowNode1" presStyleIdx="38" presStyleCnt="55">
        <dgm:presLayoutVars>
          <dgm:chMax val="0"/>
          <dgm:bulletEnabled val="1"/>
        </dgm:presLayoutVars>
      </dgm:prSet>
      <dgm:spPr/>
    </dgm:pt>
    <dgm:pt modelId="{E261B934-EC33-4234-A11B-8ACA6EC4784C}" type="pres">
      <dgm:prSet presAssocID="{786BD722-886A-4CF3-81B6-3D1C430F6E04}" presName="sibTrans" presStyleLbl="sibTrans2D1" presStyleIdx="39" presStyleCnt="55"/>
      <dgm:spPr/>
    </dgm:pt>
    <dgm:pt modelId="{86BF05CB-410F-4385-BC41-103F5BEBCFAA}" type="pres">
      <dgm:prSet presAssocID="{C67E8930-996D-4DBB-AA5D-D5CA4CE39D26}" presName="child" presStyleLbl="alignAccFollowNode1" presStyleIdx="39" presStyleCnt="55">
        <dgm:presLayoutVars>
          <dgm:chMax val="0"/>
          <dgm:bulletEnabled val="1"/>
        </dgm:presLayoutVars>
      </dgm:prSet>
      <dgm:spPr/>
    </dgm:pt>
    <dgm:pt modelId="{81FE9680-FE51-47B6-AE6E-28D5BC257324}" type="pres">
      <dgm:prSet presAssocID="{FFFC17AF-E51B-4EF6-9884-8DA99AC0F589}" presName="sibTrans" presStyleLbl="sibTrans2D1" presStyleIdx="40" presStyleCnt="55"/>
      <dgm:spPr/>
    </dgm:pt>
    <dgm:pt modelId="{A686F73B-85F1-4823-B06D-E13829BF1834}" type="pres">
      <dgm:prSet presAssocID="{CAC2EC8E-7F73-40E8-8DDE-04F8D87E2AFE}" presName="child" presStyleLbl="alignAccFollowNode1" presStyleIdx="40" presStyleCnt="55">
        <dgm:presLayoutVars>
          <dgm:chMax val="0"/>
          <dgm:bulletEnabled val="1"/>
        </dgm:presLayoutVars>
      </dgm:prSet>
      <dgm:spPr/>
    </dgm:pt>
    <dgm:pt modelId="{B4159A4D-0EC4-4154-9F38-E1A52644B446}" type="pres">
      <dgm:prSet presAssocID="{57C48405-B666-4C1A-A422-FBEC67C3FB91}" presName="sibTrans" presStyleLbl="sibTrans2D1" presStyleIdx="41" presStyleCnt="55"/>
      <dgm:spPr/>
    </dgm:pt>
    <dgm:pt modelId="{5C68D6F0-8CF1-4620-9F08-0EFF055FD5E4}" type="pres">
      <dgm:prSet presAssocID="{019838EB-4C16-4F44-B750-A9E2110FDB93}" presName="child" presStyleLbl="alignAccFollowNode1" presStyleIdx="41" presStyleCnt="55">
        <dgm:presLayoutVars>
          <dgm:chMax val="0"/>
          <dgm:bulletEnabled val="1"/>
        </dgm:presLayoutVars>
      </dgm:prSet>
      <dgm:spPr/>
    </dgm:pt>
    <dgm:pt modelId="{47CE6898-46F4-4073-BD45-1B3E3888BB59}" type="pres">
      <dgm:prSet presAssocID="{EB0E0FD5-060D-4964-889C-1870419196A8}" presName="hSp" presStyleCnt="0"/>
      <dgm:spPr/>
    </dgm:pt>
    <dgm:pt modelId="{B8581C80-1185-47BF-A468-98AE905C3B83}" type="pres">
      <dgm:prSet presAssocID="{461069EF-F7BA-4C9A-9C30-E8023683389E}" presName="vertFlow" presStyleCnt="0"/>
      <dgm:spPr/>
    </dgm:pt>
    <dgm:pt modelId="{1AC4D9E4-532B-459F-B4DB-5246D0EACB8A}" type="pres">
      <dgm:prSet presAssocID="{461069EF-F7BA-4C9A-9C30-E8023683389E}" presName="header" presStyleLbl="node1" presStyleIdx="7" presStyleCnt="9"/>
      <dgm:spPr/>
    </dgm:pt>
    <dgm:pt modelId="{0CC6EF0D-96BD-4BE3-9DCE-4EE3BD307B5A}" type="pres">
      <dgm:prSet presAssocID="{971DE080-7CCF-4EC7-8039-039364B2B23D}" presName="parTrans" presStyleLbl="sibTrans2D1" presStyleIdx="42" presStyleCnt="55"/>
      <dgm:spPr/>
    </dgm:pt>
    <dgm:pt modelId="{ED4858D1-A498-4EB7-A1E6-74689C9DE659}" type="pres">
      <dgm:prSet presAssocID="{072242A0-D530-44D6-A36F-8B27BB53AD1A}" presName="child" presStyleLbl="alignAccFollowNode1" presStyleIdx="42" presStyleCnt="55">
        <dgm:presLayoutVars>
          <dgm:chMax val="0"/>
          <dgm:bulletEnabled val="1"/>
        </dgm:presLayoutVars>
      </dgm:prSet>
      <dgm:spPr/>
    </dgm:pt>
    <dgm:pt modelId="{2D6A9C2A-C22D-4DAF-B8A4-CA492B91546B}" type="pres">
      <dgm:prSet presAssocID="{49499501-4112-49D2-83FB-5107B5588BEA}" presName="sibTrans" presStyleLbl="sibTrans2D1" presStyleIdx="43" presStyleCnt="55"/>
      <dgm:spPr/>
    </dgm:pt>
    <dgm:pt modelId="{E86B3CD8-F4D0-45ED-B86C-A38B022A798B}" type="pres">
      <dgm:prSet presAssocID="{4F5A69CA-F220-4641-B04C-E4EBDECEAC47}" presName="child" presStyleLbl="alignAccFollowNode1" presStyleIdx="43" presStyleCnt="55">
        <dgm:presLayoutVars>
          <dgm:chMax val="0"/>
          <dgm:bulletEnabled val="1"/>
        </dgm:presLayoutVars>
      </dgm:prSet>
      <dgm:spPr/>
    </dgm:pt>
    <dgm:pt modelId="{ED8E6BE7-6B26-4BB9-9764-A1979AF740DB}" type="pres">
      <dgm:prSet presAssocID="{84457FD0-C7F9-4490-AFAC-5E34321EDA7A}" presName="sibTrans" presStyleLbl="sibTrans2D1" presStyleIdx="44" presStyleCnt="55"/>
      <dgm:spPr/>
    </dgm:pt>
    <dgm:pt modelId="{D2F04C25-DF11-4BF1-8F12-356D65A8A5CF}" type="pres">
      <dgm:prSet presAssocID="{773E8B19-AF9C-4B34-8573-4634685F20C4}" presName="child" presStyleLbl="alignAccFollowNode1" presStyleIdx="44" presStyleCnt="55">
        <dgm:presLayoutVars>
          <dgm:chMax val="0"/>
          <dgm:bulletEnabled val="1"/>
        </dgm:presLayoutVars>
      </dgm:prSet>
      <dgm:spPr/>
    </dgm:pt>
    <dgm:pt modelId="{E12CE121-61FA-41CC-9881-F136EF75C62C}" type="pres">
      <dgm:prSet presAssocID="{5975FE20-EED9-4978-BE67-D481003FA561}" presName="sibTrans" presStyleLbl="sibTrans2D1" presStyleIdx="45" presStyleCnt="55"/>
      <dgm:spPr/>
    </dgm:pt>
    <dgm:pt modelId="{6C9135D4-7644-4143-9F35-731756703A55}" type="pres">
      <dgm:prSet presAssocID="{4B107CCB-FAA1-4B12-B6EF-8B0E65045CF1}" presName="child" presStyleLbl="alignAccFollowNode1" presStyleIdx="45" presStyleCnt="55">
        <dgm:presLayoutVars>
          <dgm:chMax val="0"/>
          <dgm:bulletEnabled val="1"/>
        </dgm:presLayoutVars>
      </dgm:prSet>
      <dgm:spPr/>
    </dgm:pt>
    <dgm:pt modelId="{E364FBCA-669D-491E-B56E-4CB6B6B8EA96}" type="pres">
      <dgm:prSet presAssocID="{BA581CFC-21EA-470F-96DD-9CC93A6B44D7}" presName="sibTrans" presStyleLbl="sibTrans2D1" presStyleIdx="46" presStyleCnt="55"/>
      <dgm:spPr/>
    </dgm:pt>
    <dgm:pt modelId="{9B40E273-15B4-470E-B68D-5C0159B7692F}" type="pres">
      <dgm:prSet presAssocID="{89DE562A-C935-47A2-917F-96F3063E540D}" presName="child" presStyleLbl="alignAccFollowNode1" presStyleIdx="46" presStyleCnt="55">
        <dgm:presLayoutVars>
          <dgm:chMax val="0"/>
          <dgm:bulletEnabled val="1"/>
        </dgm:presLayoutVars>
      </dgm:prSet>
      <dgm:spPr/>
    </dgm:pt>
    <dgm:pt modelId="{26EE2846-1AE9-42FB-BE30-D2962E9A0A7F}" type="pres">
      <dgm:prSet presAssocID="{CC7E723A-A5B7-4680-A24C-7FF71CE71A08}" presName="sibTrans" presStyleLbl="sibTrans2D1" presStyleIdx="47" presStyleCnt="55"/>
      <dgm:spPr/>
    </dgm:pt>
    <dgm:pt modelId="{742B4EF6-31F6-4EE7-95EA-7A6B6D178455}" type="pres">
      <dgm:prSet presAssocID="{32581EC0-0EFB-4605-A04C-D6F235F23FD6}" presName="child" presStyleLbl="alignAccFollowNode1" presStyleIdx="47" presStyleCnt="55">
        <dgm:presLayoutVars>
          <dgm:chMax val="0"/>
          <dgm:bulletEnabled val="1"/>
        </dgm:presLayoutVars>
      </dgm:prSet>
      <dgm:spPr/>
    </dgm:pt>
    <dgm:pt modelId="{4FDC05E4-ED88-4318-94B2-0AB7E986942F}" type="pres">
      <dgm:prSet presAssocID="{461069EF-F7BA-4C9A-9C30-E8023683389E}" presName="hSp" presStyleCnt="0"/>
      <dgm:spPr/>
    </dgm:pt>
    <dgm:pt modelId="{279C1A3F-D0AE-42AB-8507-044CAC81ACE7}" type="pres">
      <dgm:prSet presAssocID="{FFD34D65-88C8-49CB-81DC-C50F3331A070}" presName="vertFlow" presStyleCnt="0"/>
      <dgm:spPr/>
    </dgm:pt>
    <dgm:pt modelId="{963557AE-AAA9-42B7-99BB-C17341FAF9A6}" type="pres">
      <dgm:prSet presAssocID="{FFD34D65-88C8-49CB-81DC-C50F3331A070}" presName="header" presStyleLbl="node1" presStyleIdx="8" presStyleCnt="9"/>
      <dgm:spPr/>
    </dgm:pt>
    <dgm:pt modelId="{4314F5B6-102B-42AB-B88A-201969BA4E8E}" type="pres">
      <dgm:prSet presAssocID="{A8C2706C-7667-4DAE-A7E1-DD9AB8F32C6C}" presName="parTrans" presStyleLbl="sibTrans2D1" presStyleIdx="48" presStyleCnt="55"/>
      <dgm:spPr/>
    </dgm:pt>
    <dgm:pt modelId="{E35FF18E-286C-4204-A015-FFAB918D32F2}" type="pres">
      <dgm:prSet presAssocID="{B0961566-BF31-474D-B552-205A032AD519}" presName="child" presStyleLbl="alignAccFollowNode1" presStyleIdx="48" presStyleCnt="55">
        <dgm:presLayoutVars>
          <dgm:chMax val="0"/>
          <dgm:bulletEnabled val="1"/>
        </dgm:presLayoutVars>
      </dgm:prSet>
      <dgm:spPr/>
    </dgm:pt>
    <dgm:pt modelId="{42019143-3D9B-41F2-B855-91505143BC50}" type="pres">
      <dgm:prSet presAssocID="{2FADD8DE-8916-4206-A449-B75ED50EDC3A}" presName="sibTrans" presStyleLbl="sibTrans2D1" presStyleIdx="49" presStyleCnt="55"/>
      <dgm:spPr/>
    </dgm:pt>
    <dgm:pt modelId="{F75B8EB6-21C6-4F00-8FDB-C6B1C9F9D83E}" type="pres">
      <dgm:prSet presAssocID="{594BCF6D-82E9-4139-810C-4AF0EE0FFFA6}" presName="child" presStyleLbl="alignAccFollowNode1" presStyleIdx="49" presStyleCnt="55">
        <dgm:presLayoutVars>
          <dgm:chMax val="0"/>
          <dgm:bulletEnabled val="1"/>
        </dgm:presLayoutVars>
      </dgm:prSet>
      <dgm:spPr/>
    </dgm:pt>
    <dgm:pt modelId="{B0DD73A4-DC07-4699-AB1C-86B1B643CD1C}" type="pres">
      <dgm:prSet presAssocID="{A094D851-AF10-4991-8359-9F9EC4A4974D}" presName="sibTrans" presStyleLbl="sibTrans2D1" presStyleIdx="50" presStyleCnt="55"/>
      <dgm:spPr/>
    </dgm:pt>
    <dgm:pt modelId="{C986F8FA-0D82-4667-87E7-563BEF730446}" type="pres">
      <dgm:prSet presAssocID="{E65B9128-17E2-42D3-BFE4-2E55E7F78F55}" presName="child" presStyleLbl="alignAccFollowNode1" presStyleIdx="50" presStyleCnt="55">
        <dgm:presLayoutVars>
          <dgm:chMax val="0"/>
          <dgm:bulletEnabled val="1"/>
        </dgm:presLayoutVars>
      </dgm:prSet>
      <dgm:spPr/>
    </dgm:pt>
    <dgm:pt modelId="{D67B0BC6-2A08-4CD6-AA13-4C3F08509B4C}" type="pres">
      <dgm:prSet presAssocID="{7C191954-B5D2-4578-AE97-2333EA5876D5}" presName="sibTrans" presStyleLbl="sibTrans2D1" presStyleIdx="51" presStyleCnt="55"/>
      <dgm:spPr/>
    </dgm:pt>
    <dgm:pt modelId="{967AD72E-F6FC-41C5-B2BE-A23CCB4E7E5A}" type="pres">
      <dgm:prSet presAssocID="{BB10A469-1E2F-483D-ADC9-E80655790B18}" presName="child" presStyleLbl="alignAccFollowNode1" presStyleIdx="51" presStyleCnt="55">
        <dgm:presLayoutVars>
          <dgm:chMax val="0"/>
          <dgm:bulletEnabled val="1"/>
        </dgm:presLayoutVars>
      </dgm:prSet>
      <dgm:spPr/>
    </dgm:pt>
    <dgm:pt modelId="{AA1D7B21-D016-44B4-B435-48FFA30ACAA1}" type="pres">
      <dgm:prSet presAssocID="{CFDAAE0E-B40F-41AD-A4E5-880909F3F210}" presName="sibTrans" presStyleLbl="sibTrans2D1" presStyleIdx="52" presStyleCnt="55"/>
      <dgm:spPr/>
    </dgm:pt>
    <dgm:pt modelId="{BABF14D2-634F-4652-B44E-9E916AA43555}" type="pres">
      <dgm:prSet presAssocID="{62786CE9-7F77-4EB7-BBA7-2846FF7F478F}" presName="child" presStyleLbl="alignAccFollowNode1" presStyleIdx="52" presStyleCnt="55">
        <dgm:presLayoutVars>
          <dgm:chMax val="0"/>
          <dgm:bulletEnabled val="1"/>
        </dgm:presLayoutVars>
      </dgm:prSet>
      <dgm:spPr/>
    </dgm:pt>
    <dgm:pt modelId="{C9B9ADE7-9B42-4CAA-A961-9271B15066E1}" type="pres">
      <dgm:prSet presAssocID="{1BD3BD78-9E2D-4A4F-971F-2677CEBE90D9}" presName="sibTrans" presStyleLbl="sibTrans2D1" presStyleIdx="53" presStyleCnt="55"/>
      <dgm:spPr/>
    </dgm:pt>
    <dgm:pt modelId="{7CCB9ADC-8549-41CA-ABF9-BC7A1E4CB28C}" type="pres">
      <dgm:prSet presAssocID="{E9424F39-05FD-49EF-A159-6FA7A52104F8}" presName="child" presStyleLbl="alignAccFollowNode1" presStyleIdx="53" presStyleCnt="55" custLinFactNeighborY="1590">
        <dgm:presLayoutVars>
          <dgm:chMax val="0"/>
          <dgm:bulletEnabled val="1"/>
        </dgm:presLayoutVars>
      </dgm:prSet>
      <dgm:spPr/>
    </dgm:pt>
    <dgm:pt modelId="{3C9E7989-54F8-49BB-83EF-97F290DBF414}" type="pres">
      <dgm:prSet presAssocID="{ACE1FABE-8877-4D37-B436-B2F2A2FDA88E}" presName="sibTrans" presStyleLbl="sibTrans2D1" presStyleIdx="54" presStyleCnt="55"/>
      <dgm:spPr/>
    </dgm:pt>
    <dgm:pt modelId="{A23D95F5-3F91-4637-AC92-782AEAAE432F}" type="pres">
      <dgm:prSet presAssocID="{AA605965-F5C4-4FAE-B952-ABEC0C297A2C}" presName="child" presStyleLbl="alignAccFollowNode1" presStyleIdx="54" presStyleCnt="55">
        <dgm:presLayoutVars>
          <dgm:chMax val="0"/>
          <dgm:bulletEnabled val="1"/>
        </dgm:presLayoutVars>
      </dgm:prSet>
      <dgm:spPr/>
    </dgm:pt>
  </dgm:ptLst>
  <dgm:cxnLst>
    <dgm:cxn modelId="{C6036E00-1C4B-4898-A660-4A1357FC0909}" srcId="{CB633465-69F8-4749-AFAE-3BC0C5C07576}" destId="{A4932717-BE77-478B-8700-03900B4FB5C3}" srcOrd="5" destOrd="0" parTransId="{183F1881-05EF-4C22-86D6-B6C480AC3C3E}" sibTransId="{A96EFE3F-897F-4990-BE1E-AC117DE07ADB}"/>
    <dgm:cxn modelId="{21199C00-8CF7-4192-874F-6447AB9EA123}" srcId="{CB633465-69F8-4749-AFAE-3BC0C5C07576}" destId="{240C0211-8E15-453B-8A42-9E2EBA9AE5E6}" srcOrd="8" destOrd="0" parTransId="{1A19411E-D041-429C-A5F4-AE007C240867}" sibTransId="{1EBC5B19-85F4-47FC-B6D3-D6C33FCD5B9D}"/>
    <dgm:cxn modelId="{E648C000-404B-4D0D-AEDC-83E75FAAB1DC}" type="presOf" srcId="{39166254-4E91-44D0-AC37-9AF0017BC0B7}" destId="{36E9807E-A153-4F69-886D-2E3C5D1883CE}" srcOrd="0" destOrd="0" presId="urn:microsoft.com/office/officeart/2005/8/layout/lProcess1"/>
    <dgm:cxn modelId="{EE40C900-D2BB-4152-933C-3D7442FA1C29}" srcId="{CF1C6313-4564-47A5-B9C0-92FA7E595ECA}" destId="{6536A804-3A8E-47DA-A099-89D430AF0029}" srcOrd="2" destOrd="0" parTransId="{05537253-7671-4CF5-A11D-27FC86BDC977}" sibTransId="{86356297-A0A6-43B1-B130-BDF7EF424AF1}"/>
    <dgm:cxn modelId="{E5396702-20C6-424F-B37F-B04A6EE56882}" type="presOf" srcId="{5DB5293D-C6DB-4812-B820-4A7520D348F9}" destId="{1F21EAE9-449D-4A44-94EB-F48C87196A4B}" srcOrd="0" destOrd="0" presId="urn:microsoft.com/office/officeart/2005/8/layout/lProcess1"/>
    <dgm:cxn modelId="{405D6D03-FFCA-46E7-8E33-E574D04B92BF}" type="presOf" srcId="{A1782968-1F92-4E9B-B3FA-2E220F0E2F4D}" destId="{9D2BCB0C-62D9-495C-A278-639DE32789F8}" srcOrd="0" destOrd="0" presId="urn:microsoft.com/office/officeart/2005/8/layout/lProcess1"/>
    <dgm:cxn modelId="{6C797A04-57C0-4316-9345-70AE017240EC}" srcId="{461069EF-F7BA-4C9A-9C30-E8023683389E}" destId="{32581EC0-0EFB-4605-A04C-D6F235F23FD6}" srcOrd="5" destOrd="0" parTransId="{44E666CF-BE79-4BBF-A6D6-6184A95C98FD}" sibTransId="{D011E71B-959B-4C96-B6FD-F6F9CC379151}"/>
    <dgm:cxn modelId="{A2ACE205-8D2D-4C1E-9B8F-8925CCBAC712}" srcId="{FFD34D65-88C8-49CB-81DC-C50F3331A070}" destId="{B0961566-BF31-474D-B552-205A032AD519}" srcOrd="0" destOrd="0" parTransId="{A8C2706C-7667-4DAE-A7E1-DD9AB8F32C6C}" sibTransId="{2FADD8DE-8916-4206-A449-B75ED50EDC3A}"/>
    <dgm:cxn modelId="{996BBA06-80A5-4573-BADC-B4B23ED3D759}" type="presOf" srcId="{C86978C8-EE3E-410A-8A44-CAC230619350}" destId="{FB182654-D593-4360-BA1A-9F41BB52317F}" srcOrd="0" destOrd="0" presId="urn:microsoft.com/office/officeart/2005/8/layout/lProcess1"/>
    <dgm:cxn modelId="{4D957307-936E-4816-A011-0C38418FA235}" type="presOf" srcId="{3434A807-DC28-4E70-89EF-B7271BEE3AA2}" destId="{CC7D114B-A6B8-4682-8ED6-564950128EAF}" srcOrd="0" destOrd="0" presId="urn:microsoft.com/office/officeart/2005/8/layout/lProcess1"/>
    <dgm:cxn modelId="{BB3DC307-2900-487D-AB55-6B456ACFD279}" type="presOf" srcId="{BA581CFC-21EA-470F-96DD-9CC93A6B44D7}" destId="{E364FBCA-669D-491E-B56E-4CB6B6B8EA96}" srcOrd="0" destOrd="0" presId="urn:microsoft.com/office/officeart/2005/8/layout/lProcess1"/>
    <dgm:cxn modelId="{37D1CB08-1800-47A6-A88E-AD6CB2F69DEE}" srcId="{516A4DDC-76BD-494E-B503-625555CCBC4A}" destId="{0FA3D139-B9ED-41B0-9DF9-3323698A6318}" srcOrd="3" destOrd="0" parTransId="{330B3D74-5CF1-43C7-A17A-22F450057C63}" sibTransId="{B84C006A-998E-4D97-AB43-8C0EFE7BAB7F}"/>
    <dgm:cxn modelId="{9E94EC09-1A19-4EEF-BA86-504152E31ACC}" srcId="{617E65AA-9C55-4413-9A95-39CB8B2F95DE}" destId="{38B875C4-2772-49D8-8501-7226D4B6689B}" srcOrd="3" destOrd="0" parTransId="{8EBBF9E4-E898-4111-A2C0-54FA283A0C75}" sibTransId="{DAF08FF4-CA49-48C5-994C-4E1845610392}"/>
    <dgm:cxn modelId="{2B96DB0B-CB84-4C93-B2BB-C896BFD84093}" srcId="{CB633465-69F8-4749-AFAE-3BC0C5C07576}" destId="{09140EA5-89B1-44BC-ABEB-46A7810B618C}" srcOrd="6" destOrd="0" parTransId="{CEE1503F-D10E-47FD-8615-35238823E49C}" sibTransId="{DF4BEB4F-F0C8-4676-AB0B-3AF616915287}"/>
    <dgm:cxn modelId="{DC3BD20C-E65E-49BC-9344-43F7D15634F1}" type="presOf" srcId="{4B107CCB-FAA1-4B12-B6EF-8B0E65045CF1}" destId="{6C9135D4-7644-4143-9F35-731756703A55}" srcOrd="0" destOrd="0" presId="urn:microsoft.com/office/officeart/2005/8/layout/lProcess1"/>
    <dgm:cxn modelId="{D9F1920D-63D0-4555-BA20-FAFE28104C8B}" type="presOf" srcId="{FFFC17AF-E51B-4EF6-9884-8DA99AC0F589}" destId="{81FE9680-FE51-47B6-AE6E-28D5BC257324}" srcOrd="0" destOrd="0" presId="urn:microsoft.com/office/officeart/2005/8/layout/lProcess1"/>
    <dgm:cxn modelId="{C46D930D-1322-498A-9B9D-9E98365000D4}" type="presOf" srcId="{B8361CC0-B43E-459D-B6A0-D7A18ADC37AE}" destId="{083B96F5-25C7-414B-9383-43FC73958900}" srcOrd="0" destOrd="0" presId="urn:microsoft.com/office/officeart/2005/8/layout/lProcess1"/>
    <dgm:cxn modelId="{285F970D-47DF-4C29-AC30-DDA26621A561}" type="presOf" srcId="{E65B9128-17E2-42D3-BFE4-2E55E7F78F55}" destId="{C986F8FA-0D82-4667-87E7-563BEF730446}" srcOrd="0" destOrd="0" presId="urn:microsoft.com/office/officeart/2005/8/layout/lProcess1"/>
    <dgm:cxn modelId="{6D99760F-B1D0-4FCD-84D2-3AEEADE3A32C}" type="presOf" srcId="{B586B1F5-1875-41DA-92B6-3C757BDBD3F6}" destId="{CA94FD3C-361C-4BBA-9D35-DA0638728D90}" srcOrd="0" destOrd="0" presId="urn:microsoft.com/office/officeart/2005/8/layout/lProcess1"/>
    <dgm:cxn modelId="{A3DAAE10-3A58-4882-B1E1-ADAFE28B0143}" type="presOf" srcId="{ACE1FABE-8877-4D37-B436-B2F2A2FDA88E}" destId="{3C9E7989-54F8-49BB-83EF-97F290DBF414}" srcOrd="0" destOrd="0" presId="urn:microsoft.com/office/officeart/2005/8/layout/lProcess1"/>
    <dgm:cxn modelId="{BFA14E14-E481-4201-A8ED-EF3EDC3C1651}" srcId="{CF1C6313-4564-47A5-B9C0-92FA7E595ECA}" destId="{0B152180-0793-4D5F-8758-7ADFA1006F68}" srcOrd="5" destOrd="0" parTransId="{11CD32FD-84DD-479E-A0F0-635697BE2BB9}" sibTransId="{553FE6EC-470D-4F60-8597-E2537642B7F2}"/>
    <dgm:cxn modelId="{90458514-8179-4D40-AE11-0F6937410F3E}" type="presOf" srcId="{4B3F70D1-5F30-479A-AD80-FF489AC4BA7D}" destId="{8948142C-1B4F-404B-8FA0-01D572582F14}" srcOrd="0" destOrd="0" presId="urn:microsoft.com/office/officeart/2005/8/layout/lProcess1"/>
    <dgm:cxn modelId="{14F36515-39AD-4255-B64D-57E4E005A78A}" srcId="{EB0E0FD5-060D-4964-889C-1870419196A8}" destId="{019838EB-4C16-4F44-B750-A9E2110FDB93}" srcOrd="6" destOrd="0" parTransId="{70BBB046-66F0-4C31-A480-9C4F9196ACC7}" sibTransId="{977DA7DF-FEAB-4C3B-9C37-AD494F2E2A86}"/>
    <dgm:cxn modelId="{9205A216-FD29-478B-99BE-7D0D73CD9340}" srcId="{CF1C6313-4564-47A5-B9C0-92FA7E595ECA}" destId="{4B3F70D1-5F30-479A-AD80-FF489AC4BA7D}" srcOrd="3" destOrd="0" parTransId="{017AC63E-421F-4261-BF43-D70FC8B22A8F}" sibTransId="{7B536E85-53C2-4E0D-B246-31844C6E19B0}"/>
    <dgm:cxn modelId="{4242171B-6549-4C35-991D-770FE09DDEFD}" srcId="{038F6A6A-232A-44A4-9628-ADFA8F068F81}" destId="{6536CD34-76AD-4865-AD92-C77C03AEF843}" srcOrd="1" destOrd="0" parTransId="{88A22BD0-DDA4-4108-96F9-6C75D94AE009}" sibTransId="{F44E015F-CEA4-4C8C-9ECE-CD6206F0DF56}"/>
    <dgm:cxn modelId="{4AC57D1B-24CD-4863-AA5F-E89D7F43E921}" srcId="{617E65AA-9C55-4413-9A95-39CB8B2F95DE}" destId="{77184600-E502-4B62-98C4-686E1EFE2478}" srcOrd="0" destOrd="0" parTransId="{09A7539A-A7AE-4386-9A82-620C08804130}" sibTransId="{1CDCF840-B0CC-4F2C-A35E-ECD6E6C793C8}"/>
    <dgm:cxn modelId="{04E5FD1B-1FCE-470E-9339-DEBC73068EBF}" type="presOf" srcId="{6BFBD4A8-51B6-4402-A86E-FAF43D393859}" destId="{A4FC908C-308C-422B-82EE-D9EC78361C7A}" srcOrd="0" destOrd="0" presId="urn:microsoft.com/office/officeart/2005/8/layout/lProcess1"/>
    <dgm:cxn modelId="{59945A1C-CDF7-48C2-9AF4-1F6B935E8B8A}" srcId="{461069EF-F7BA-4C9A-9C30-E8023683389E}" destId="{89DE562A-C935-47A2-917F-96F3063E540D}" srcOrd="4" destOrd="0" parTransId="{0B47DC17-3293-422F-B653-13E1D814861C}" sibTransId="{CC7E723A-A5B7-4680-A24C-7FF71CE71A08}"/>
    <dgm:cxn modelId="{C4F3C61C-F531-4B77-AD92-B0D4B91CD5C2}" type="presOf" srcId="{38B875C4-2772-49D8-8501-7226D4B6689B}" destId="{B1E2D232-51B1-49CE-9267-DD770C9A5A1D}" srcOrd="0" destOrd="0" presId="urn:microsoft.com/office/officeart/2005/8/layout/lProcess1"/>
    <dgm:cxn modelId="{4CB8BA1D-4290-4B4D-AB3E-C6CC2A3FD19D}" srcId="{C53CC6D8-DEFC-45FD-8207-E1ECCC27EA85}" destId="{617E65AA-9C55-4413-9A95-39CB8B2F95DE}" srcOrd="3" destOrd="0" parTransId="{F78CBD41-85AB-4FC8-93DA-8A1D504299E4}" sibTransId="{3237B854-BEBB-48BD-B7C1-E3061A2FB09F}"/>
    <dgm:cxn modelId="{DE2BEC1E-8CF2-4656-8A88-AEB528E6A4D8}" srcId="{CF1C6313-4564-47A5-B9C0-92FA7E595ECA}" destId="{A1782968-1F92-4E9B-B3FA-2E220F0E2F4D}" srcOrd="4" destOrd="0" parTransId="{73249BA6-7959-4FC0-A9D1-22B8D3AEFEA4}" sibTransId="{8F895A41-0ECE-46EE-8812-26516BC9E36A}"/>
    <dgm:cxn modelId="{7D5ECD1F-0A83-4CBA-A706-7E0ED4E3A754}" srcId="{EB0E0FD5-060D-4964-889C-1870419196A8}" destId="{D3E34D60-67F1-4FB1-9BFE-122537130631}" srcOrd="2" destOrd="0" parTransId="{2DC2B735-92B6-469C-89D6-4EA5FD5DF2BA}" sibTransId="{933CC8AF-24E0-4D0E-BB54-0EC5DED0CCE9}"/>
    <dgm:cxn modelId="{DA1EF921-C99E-45C9-855A-246DD968567A}" srcId="{617E65AA-9C55-4413-9A95-39CB8B2F95DE}" destId="{97C650E3-B1E7-4754-9CA1-1B234B277820}" srcOrd="1" destOrd="0" parTransId="{78EF5296-EF07-4AF2-8AEF-E4CEA78E2B6B}" sibTransId="{368AF2AE-BE3F-4719-AC12-CE531461299B}"/>
    <dgm:cxn modelId="{3A8AFB21-D582-4627-B741-237028DE70B0}" type="presOf" srcId="{8FDE9E7A-128A-4735-BF8F-0222768F955F}" destId="{490DB18D-0F6F-45ED-9FE4-8DE39318007B}" srcOrd="0" destOrd="0" presId="urn:microsoft.com/office/officeart/2005/8/layout/lProcess1"/>
    <dgm:cxn modelId="{74D7AD23-F928-4410-AF69-1D09C246E068}" type="presOf" srcId="{32BA31A5-B336-4F16-AF0E-9398222FE44D}" destId="{D6BFE608-4FE0-43D3-B5BD-860A74950E16}" srcOrd="0" destOrd="0" presId="urn:microsoft.com/office/officeart/2005/8/layout/lProcess1"/>
    <dgm:cxn modelId="{236FBF24-0A8A-428A-919C-5074122FFABC}" srcId="{FFD34D65-88C8-49CB-81DC-C50F3331A070}" destId="{594BCF6D-82E9-4139-810C-4AF0EE0FFFA6}" srcOrd="1" destOrd="0" parTransId="{4611E2E7-76EF-41A7-A73E-1C9C06A2AB28}" sibTransId="{A094D851-AF10-4991-8359-9F9EC4A4974D}"/>
    <dgm:cxn modelId="{F754E124-7B36-40E0-8AD8-01855B345B9B}" srcId="{CB633465-69F8-4749-AFAE-3BC0C5C07576}" destId="{32BA31A5-B336-4F16-AF0E-9398222FE44D}" srcOrd="1" destOrd="0" parTransId="{32CDC3A8-8355-4911-B018-5ADBE8178B7F}" sibTransId="{12A347FE-40FC-4427-9035-54658544AAE5}"/>
    <dgm:cxn modelId="{306AC925-5FB9-4519-803F-A48648196179}" type="presOf" srcId="{038F6A6A-232A-44A4-9628-ADFA8F068F81}" destId="{449405C7-5CE1-47AE-B3E3-49A4FFAD23B4}" srcOrd="0" destOrd="0" presId="urn:microsoft.com/office/officeart/2005/8/layout/lProcess1"/>
    <dgm:cxn modelId="{A5CDE325-B4C1-4468-88D7-C4920B5B174A}" srcId="{C53CC6D8-DEFC-45FD-8207-E1ECCC27EA85}" destId="{EB0E0FD5-060D-4964-889C-1870419196A8}" srcOrd="6" destOrd="0" parTransId="{854F8E1E-1944-410E-A5C1-36078AF38639}" sibTransId="{C481BA7C-CBA0-4482-A7AC-76F1F7266943}"/>
    <dgm:cxn modelId="{206D6826-92C5-4EEE-A28E-254E966FF0A0}" srcId="{516A4DDC-76BD-494E-B503-625555CCBC4A}" destId="{F7CED298-1605-4B60-9FC8-0A4C25C5AA00}" srcOrd="2" destOrd="0" parTransId="{618E2D9E-4CAE-48D5-9A0F-94DAE74A2D69}" sibTransId="{1009FF03-5F93-449C-AF20-55447EEE50AB}"/>
    <dgm:cxn modelId="{9E37C427-FE7D-45C4-8FA3-07C42D65F8CC}" type="presOf" srcId="{0B152180-0793-4D5F-8758-7ADFA1006F68}" destId="{24D87C81-6569-4EA1-A201-7D5233941020}" srcOrd="0" destOrd="0" presId="urn:microsoft.com/office/officeart/2005/8/layout/lProcess1"/>
    <dgm:cxn modelId="{1C9CF827-6620-43E6-97C4-4780FA8ED0DC}" type="presOf" srcId="{933CC8AF-24E0-4D0E-BB54-0EC5DED0CCE9}" destId="{2881561F-4323-460D-80B6-E3CEA6FC425C}" srcOrd="0" destOrd="0" presId="urn:microsoft.com/office/officeart/2005/8/layout/lProcess1"/>
    <dgm:cxn modelId="{EADE9D29-66DF-464B-B98C-1D2EB49A4410}" type="presOf" srcId="{1BC9198F-2E37-4C5A-B2CE-D16F2774CC0F}" destId="{C089F077-E607-4ACF-857A-DA240D50AEDF}" srcOrd="0" destOrd="0" presId="urn:microsoft.com/office/officeart/2005/8/layout/lProcess1"/>
    <dgm:cxn modelId="{FC91E029-C1B2-4306-B8FF-76433E2188BC}" type="presOf" srcId="{49499501-4112-49D2-83FB-5107B5588BEA}" destId="{2D6A9C2A-C22D-4DAF-B8A4-CA492B91546B}" srcOrd="0" destOrd="0" presId="urn:microsoft.com/office/officeart/2005/8/layout/lProcess1"/>
    <dgm:cxn modelId="{4A478C2A-F774-4482-BA78-24F919908645}" srcId="{461069EF-F7BA-4C9A-9C30-E8023683389E}" destId="{072242A0-D530-44D6-A36F-8B27BB53AD1A}" srcOrd="0" destOrd="0" parTransId="{971DE080-7CCF-4EC7-8039-039364B2B23D}" sibTransId="{49499501-4112-49D2-83FB-5107B5588BEA}"/>
    <dgm:cxn modelId="{BA228830-9E97-45CD-A1D7-566246D6D193}" type="presOf" srcId="{BB10A469-1E2F-483D-ADC9-E80655790B18}" destId="{967AD72E-F6FC-41C5-B2BE-A23CCB4E7E5A}" srcOrd="0" destOrd="0" presId="urn:microsoft.com/office/officeart/2005/8/layout/lProcess1"/>
    <dgm:cxn modelId="{ED12F230-3B8A-4E20-8D19-CF29038AD65C}" type="presOf" srcId="{B0961566-BF31-474D-B552-205A032AD519}" destId="{E35FF18E-286C-4204-A015-FFAB918D32F2}" srcOrd="0" destOrd="0" presId="urn:microsoft.com/office/officeart/2005/8/layout/lProcess1"/>
    <dgm:cxn modelId="{8B485731-EA40-4AB9-9E52-92EDFB7F8293}" type="presOf" srcId="{89BE4ABE-599A-4A7B-9BFC-CBD3522D8616}" destId="{3AE182D7-0981-4ED5-BBB4-F458FF87EBFB}" srcOrd="0" destOrd="0" presId="urn:microsoft.com/office/officeart/2005/8/layout/lProcess1"/>
    <dgm:cxn modelId="{F680AF31-92BC-4E3E-A962-80399EC29ACA}" type="presOf" srcId="{1D23859C-108E-487B-977E-5F83FB4753EE}" destId="{9A856151-A70F-4BC6-A334-F138E77E10B6}" srcOrd="0" destOrd="0" presId="urn:microsoft.com/office/officeart/2005/8/layout/lProcess1"/>
    <dgm:cxn modelId="{CD6AB337-1295-479A-B49D-32C0450410AC}" type="presOf" srcId="{959F1DEB-B53B-4BBD-9E8F-00D2257995F7}" destId="{251ABF3F-412E-480A-86D9-3C2DF9BBAFDD}" srcOrd="0" destOrd="0" presId="urn:microsoft.com/office/officeart/2005/8/layout/lProcess1"/>
    <dgm:cxn modelId="{C64B1438-C066-4B85-834B-3F06028C1165}" type="presOf" srcId="{0FA3D139-B9ED-41B0-9DF9-3323698A6318}" destId="{274AF662-EE55-4900-AD2E-C1DA6E3830F3}" srcOrd="0" destOrd="0" presId="urn:microsoft.com/office/officeart/2005/8/layout/lProcess1"/>
    <dgm:cxn modelId="{95314139-A70E-41F5-BF8E-47D3BF571DA1}" type="presOf" srcId="{6F5E6F68-28C1-4305-B627-546A831C3963}" destId="{89E846B7-CEC9-448C-A649-25D67345A0FC}" srcOrd="0" destOrd="0" presId="urn:microsoft.com/office/officeart/2005/8/layout/lProcess1"/>
    <dgm:cxn modelId="{09C80C3D-AF83-442F-8373-5767782162BF}" type="presOf" srcId="{EB1F3FCE-CB0B-4759-80FB-896216BB261F}" destId="{AAD7B3EF-3378-4CF8-9784-46C724508D96}" srcOrd="0" destOrd="0" presId="urn:microsoft.com/office/officeart/2005/8/layout/lProcess1"/>
    <dgm:cxn modelId="{3F94CF3D-B0F0-4F05-AD87-E65CB479741F}" type="presOf" srcId="{5975FE20-EED9-4978-BE67-D481003FA561}" destId="{E12CE121-61FA-41CC-9881-F136EF75C62C}" srcOrd="0" destOrd="0" presId="urn:microsoft.com/office/officeart/2005/8/layout/lProcess1"/>
    <dgm:cxn modelId="{B6F8723E-CABE-486D-86D1-42AAAEFCC1CE}" type="presOf" srcId="{89DE562A-C935-47A2-917F-96F3063E540D}" destId="{9B40E273-15B4-470E-B68D-5C0159B7692F}" srcOrd="0" destOrd="0" presId="urn:microsoft.com/office/officeart/2005/8/layout/lProcess1"/>
    <dgm:cxn modelId="{4F1B603F-4E1E-4986-8148-143134405D0D}" srcId="{038F6A6A-232A-44A4-9628-ADFA8F068F81}" destId="{28042342-D75F-4E40-9079-E9255550F5EE}" srcOrd="2" destOrd="0" parTransId="{48717747-75F0-4375-A97A-5FA925E237FC}" sibTransId="{6BFBD4A8-51B6-4402-A86E-FAF43D393859}"/>
    <dgm:cxn modelId="{A01B6A5C-EAD0-4154-8076-7F340EFDCE15}" type="presOf" srcId="{09A7539A-A7AE-4386-9A82-620C08804130}" destId="{620A3AC7-D53C-4DB3-87F0-CBD088B28200}" srcOrd="0" destOrd="0" presId="urn:microsoft.com/office/officeart/2005/8/layout/lProcess1"/>
    <dgm:cxn modelId="{1250C45D-8B3F-4255-BD92-06E1283D3B8F}" type="presOf" srcId="{EB0E0FD5-060D-4964-889C-1870419196A8}" destId="{689CC89A-2639-45B6-9FC3-3B880D4F7A71}" srcOrd="0" destOrd="0" presId="urn:microsoft.com/office/officeart/2005/8/layout/lProcess1"/>
    <dgm:cxn modelId="{60DF155F-A163-4954-95CB-195826413993}" type="presOf" srcId="{7B536E85-53C2-4E0D-B246-31844C6E19B0}" destId="{90816C5B-5A07-4CFA-ADA4-8BC84CCFA89F}" srcOrd="0" destOrd="0" presId="urn:microsoft.com/office/officeart/2005/8/layout/lProcess1"/>
    <dgm:cxn modelId="{AEF9225F-DB90-4EC5-B441-CF251EAF03EC}" type="presOf" srcId="{17A60EC1-C6F4-43A4-B541-A6C6128A2535}" destId="{7D15750F-B05D-4C7F-AE9C-260EC4AB70F3}" srcOrd="0" destOrd="0" presId="urn:microsoft.com/office/officeart/2005/8/layout/lProcess1"/>
    <dgm:cxn modelId="{67C0CC60-F34F-41EC-922B-379733A2AC51}" type="presOf" srcId="{124C5332-837C-441F-B2C5-D233373E825B}" destId="{DD00C8CD-401F-4BD0-911C-F2283C953D22}" srcOrd="0" destOrd="0" presId="urn:microsoft.com/office/officeart/2005/8/layout/lProcess1"/>
    <dgm:cxn modelId="{7071E060-189C-4BA6-B802-48A8EDA5F872}" srcId="{FFD34D65-88C8-49CB-81DC-C50F3331A070}" destId="{E65B9128-17E2-42D3-BFE4-2E55E7F78F55}" srcOrd="2" destOrd="0" parTransId="{1B9DA9E1-9FC1-41FF-BE79-B7E67B511C56}" sibTransId="{7C191954-B5D2-4578-AE97-2333EA5876D5}"/>
    <dgm:cxn modelId="{E15C7643-EA23-4188-B7DA-2594E933B707}" srcId="{5CBEC7DD-A25D-4956-9A65-6EA385F6FCB5}" destId="{C86978C8-EE3E-410A-8A44-CAC230619350}" srcOrd="4" destOrd="0" parTransId="{B0773B62-2D24-44A9-97D1-62A1BB2D79A3}" sibTransId="{4D412A06-B6CB-4B6D-8E42-993DC9D7928D}"/>
    <dgm:cxn modelId="{83829063-BB28-403A-8064-C7FCDB8852B5}" srcId="{CB633465-69F8-4749-AFAE-3BC0C5C07576}" destId="{963CB537-6D56-4CD0-9B1E-8A0BE9AFFB98}" srcOrd="0" destOrd="0" parTransId="{0A909B5A-36FA-4CF8-BB61-0CB4ED1BB152}" sibTransId="{10D23D3F-74CC-4531-A380-FE1A78408852}"/>
    <dgm:cxn modelId="{1F5A5544-97B0-4AE5-B2DD-BA584B6E9FC2}" type="presOf" srcId="{F44E015F-CEA4-4C8C-9ECE-CD6206F0DF56}" destId="{BD90908C-7340-4BD3-9F41-95943201BF15}" srcOrd="0" destOrd="0" presId="urn:microsoft.com/office/officeart/2005/8/layout/lProcess1"/>
    <dgm:cxn modelId="{DB96EF64-F0E6-42AB-9C34-7DAB5C9F9234}" type="presOf" srcId="{A094D851-AF10-4991-8359-9F9EC4A4974D}" destId="{B0DD73A4-DC07-4699-AB1C-86B1B643CD1C}" srcOrd="0" destOrd="0" presId="urn:microsoft.com/office/officeart/2005/8/layout/lProcess1"/>
    <dgm:cxn modelId="{3908B765-C7FC-4A03-ADE0-C2DB41AC3020}" type="presOf" srcId="{546B7031-374B-4544-954A-D884C7521C06}" destId="{1F53D60A-191A-4C36-919D-C51F6073E2AB}" srcOrd="0" destOrd="0" presId="urn:microsoft.com/office/officeart/2005/8/layout/lProcess1"/>
    <dgm:cxn modelId="{C4D3C965-8280-4697-A32A-963A11C121BC}" type="presOf" srcId="{77184600-E502-4B62-98C4-686E1EFE2478}" destId="{77952510-0181-43D1-9E56-8F42F4C4A1A3}" srcOrd="0" destOrd="0" presId="urn:microsoft.com/office/officeart/2005/8/layout/lProcess1"/>
    <dgm:cxn modelId="{4AAC9547-5F98-40DD-AE69-E6FB079BAF9A}" srcId="{FFD34D65-88C8-49CB-81DC-C50F3331A070}" destId="{E9424F39-05FD-49EF-A159-6FA7A52104F8}" srcOrd="5" destOrd="0" parTransId="{6756B314-8011-47D7-A74E-CD5067A62B41}" sibTransId="{ACE1FABE-8877-4D37-B436-B2F2A2FDA88E}"/>
    <dgm:cxn modelId="{55DA8A49-7B35-43BE-8268-35E37C077DF7}" type="presOf" srcId="{A829D4F7-DB8E-4705-94E3-D00EA1D947F6}" destId="{226464CE-15BF-4776-8286-E85D1A4D736D}" srcOrd="0" destOrd="0" presId="urn:microsoft.com/office/officeart/2005/8/layout/lProcess1"/>
    <dgm:cxn modelId="{3BA8CF4A-BDF5-47D2-8FDF-37F16A9B1A43}" type="presOf" srcId="{0A909B5A-36FA-4CF8-BB61-0CB4ED1BB152}" destId="{7F86BAFE-67C2-47C8-8E70-11A43520027B}" srcOrd="0" destOrd="0" presId="urn:microsoft.com/office/officeart/2005/8/layout/lProcess1"/>
    <dgm:cxn modelId="{4C72BE6C-00EE-469E-A222-8942F141CECD}" type="presOf" srcId="{617E65AA-9C55-4413-9A95-39CB8B2F95DE}" destId="{6099B49D-CAC1-4E2D-A185-6B6673520A82}" srcOrd="0" destOrd="0" presId="urn:microsoft.com/office/officeart/2005/8/layout/lProcess1"/>
    <dgm:cxn modelId="{0AC0194D-8808-468F-AC74-61293B2D68E6}" type="presOf" srcId="{38C11498-AB46-4A5E-A2F8-E4FC8FE69147}" destId="{8AE0C734-33C9-4261-BF10-17EB8C6DB8B2}" srcOrd="0" destOrd="0" presId="urn:microsoft.com/office/officeart/2005/8/layout/lProcess1"/>
    <dgm:cxn modelId="{E222106F-59B7-4312-8BCA-7394D4B6467B}" srcId="{FFD34D65-88C8-49CB-81DC-C50F3331A070}" destId="{BB10A469-1E2F-483D-ADC9-E80655790B18}" srcOrd="3" destOrd="0" parTransId="{68AB31A3-394D-47CD-8EA7-9690777C19C7}" sibTransId="{CFDAAE0E-B40F-41AD-A4E5-880909F3F210}"/>
    <dgm:cxn modelId="{1F74586F-41D0-4BFE-A490-50B99B2BB4C8}" type="presOf" srcId="{A96EFE3F-897F-4990-BE1E-AC117DE07ADB}" destId="{3FBCE499-B4E1-48F1-B1A9-75D92A9321D3}" srcOrd="0" destOrd="0" presId="urn:microsoft.com/office/officeart/2005/8/layout/lProcess1"/>
    <dgm:cxn modelId="{FD93FB6F-BEF2-4988-A0A1-B5AECC4FE558}" type="presOf" srcId="{B29B0231-0213-48CF-AF9D-C2F6ED303F58}" destId="{0E67F7A0-62C9-4104-ADA1-A8DCD96DA2D8}" srcOrd="0" destOrd="0" presId="urn:microsoft.com/office/officeart/2005/8/layout/lProcess1"/>
    <dgm:cxn modelId="{046A5C50-3E46-46DA-8393-1E64FF16A4A6}" type="presOf" srcId="{DF4BEB4F-F0C8-4676-AB0B-3AF616915287}" destId="{9E755B87-DF50-475F-9741-BF5B2022F68A}" srcOrd="0" destOrd="0" presId="urn:microsoft.com/office/officeart/2005/8/layout/lProcess1"/>
    <dgm:cxn modelId="{1412C150-51CF-4B99-84BE-58878C98FF6A}" type="presOf" srcId="{97C650E3-B1E7-4754-9CA1-1B234B277820}" destId="{F20FF415-91A4-4163-AB3F-A76F6323E65A}" srcOrd="0" destOrd="0" presId="urn:microsoft.com/office/officeart/2005/8/layout/lProcess1"/>
    <dgm:cxn modelId="{B08B1671-1F36-4099-A30A-B917B552A909}" type="presOf" srcId="{C67E8930-996D-4DBB-AA5D-D5CA4CE39D26}" destId="{86BF05CB-410F-4385-BC41-103F5BEBCFAA}" srcOrd="0" destOrd="0" presId="urn:microsoft.com/office/officeart/2005/8/layout/lProcess1"/>
    <dgm:cxn modelId="{E0A05551-15AC-4A04-8B15-594CA1448E37}" srcId="{CB633465-69F8-4749-AFAE-3BC0C5C07576}" destId="{1D23859C-108E-487B-977E-5F83FB4753EE}" srcOrd="3" destOrd="0" parTransId="{BF4D24E8-89B1-4C5F-9E66-5C3CDCD1A665}" sibTransId="{89BE4ABE-599A-4A7B-9BFC-CBD3522D8616}"/>
    <dgm:cxn modelId="{14334E72-B2D6-4CC6-B1E2-7D8CEC9A2DAD}" type="presOf" srcId="{516A4DDC-76BD-494E-B503-625555CCBC4A}" destId="{9BBCF6CE-E750-48B6-B333-305BBB100737}" srcOrd="0" destOrd="0" presId="urn:microsoft.com/office/officeart/2005/8/layout/lProcess1"/>
    <dgm:cxn modelId="{E239EB52-3D8F-45EA-92C3-DB6B46B2CADC}" type="presOf" srcId="{786BD722-886A-4CF3-81B6-3D1C430F6E04}" destId="{E261B934-EC33-4234-A11B-8ACA6EC4784C}" srcOrd="0" destOrd="0" presId="urn:microsoft.com/office/officeart/2005/8/layout/lProcess1"/>
    <dgm:cxn modelId="{A47B2C73-7CAA-4CD0-A7E6-376BE5A27803}" type="presOf" srcId="{963CB537-6D56-4CD0-9B1E-8A0BE9AFFB98}" destId="{C8BC5212-A897-4429-8375-5EDF3FE68417}" srcOrd="0" destOrd="0" presId="urn:microsoft.com/office/officeart/2005/8/layout/lProcess1"/>
    <dgm:cxn modelId="{EE353A53-3E39-460D-9CF4-CB0F5F19B2E6}" srcId="{C53CC6D8-DEFC-45FD-8207-E1ECCC27EA85}" destId="{CF1C6313-4564-47A5-B9C0-92FA7E595ECA}" srcOrd="2" destOrd="0" parTransId="{820232E2-4B6C-4C36-8218-BC4137C7A74B}" sibTransId="{45530CC9-58B9-45F1-B167-C396CCA16C2C}"/>
    <dgm:cxn modelId="{9C553275-0853-40A2-9FDC-35CC0CAAB6AB}" type="presOf" srcId="{10D23D3F-74CC-4531-A380-FE1A78408852}" destId="{833AEAF2-142E-44CB-8FB7-705CF4EC7FB9}" srcOrd="0" destOrd="0" presId="urn:microsoft.com/office/officeart/2005/8/layout/lProcess1"/>
    <dgm:cxn modelId="{7B595755-BE81-46A0-903D-004D1EF6EE33}" srcId="{C53CC6D8-DEFC-45FD-8207-E1ECCC27EA85}" destId="{516A4DDC-76BD-494E-B503-625555CCBC4A}" srcOrd="1" destOrd="0" parTransId="{133DE2D2-6278-469E-8A80-F71EA996A07A}" sibTransId="{AE4D7DCA-0B66-4207-B896-C721B2CB4C13}"/>
    <dgm:cxn modelId="{C3C26777-19DB-4873-A292-4966F4606520}" srcId="{461069EF-F7BA-4C9A-9C30-E8023683389E}" destId="{773E8B19-AF9C-4B34-8573-4634685F20C4}" srcOrd="2" destOrd="0" parTransId="{AB8A2E0B-597E-424C-8EE4-341509D1F546}" sibTransId="{5975FE20-EED9-4978-BE67-D481003FA561}"/>
    <dgm:cxn modelId="{3C664A77-025E-4177-83FE-6F023F0A081E}" srcId="{C53CC6D8-DEFC-45FD-8207-E1ECCC27EA85}" destId="{FFD34D65-88C8-49CB-81DC-C50F3331A070}" srcOrd="8" destOrd="0" parTransId="{0D60F0E4-7BF7-4B27-98B4-A86C05C5C641}" sibTransId="{3FE22648-0DFB-4FCD-BFCD-9DD1A96D6984}"/>
    <dgm:cxn modelId="{00681178-BD6C-428A-8211-16811968A6C7}" type="presOf" srcId="{1F78138B-BC83-4EE3-8AC9-39D36E20F56F}" destId="{E9C78953-BEF6-4C7B-890E-4D93899D6059}" srcOrd="0" destOrd="0" presId="urn:microsoft.com/office/officeart/2005/8/layout/lProcess1"/>
    <dgm:cxn modelId="{B9D84579-55BA-47E5-A479-E2EDCFD6F075}" type="presOf" srcId="{461069EF-F7BA-4C9A-9C30-E8023683389E}" destId="{1AC4D9E4-532B-459F-B4DB-5246D0EACB8A}" srcOrd="0" destOrd="0" presId="urn:microsoft.com/office/officeart/2005/8/layout/lProcess1"/>
    <dgm:cxn modelId="{E6137559-9BEB-425F-A6B5-B9D8A2A50DC8}" type="presOf" srcId="{019838EB-4C16-4F44-B750-A9E2110FDB93}" destId="{5C68D6F0-8CF1-4620-9F08-0EFF055FD5E4}" srcOrd="0" destOrd="0" presId="urn:microsoft.com/office/officeart/2005/8/layout/lProcess1"/>
    <dgm:cxn modelId="{30F8CF79-CEC6-4D82-ABA8-41FC9D8CCB07}" type="presOf" srcId="{DFF31695-D6B4-469F-8F60-150F96BF4923}" destId="{952D141E-0AC3-4EF9-8243-F8584B5EA9C9}" srcOrd="0" destOrd="0" presId="urn:microsoft.com/office/officeart/2005/8/layout/lProcess1"/>
    <dgm:cxn modelId="{2F7CE87B-1EEA-4571-951C-EB9B8F4E362B}" type="presOf" srcId="{A8C2706C-7667-4DAE-A7E1-DD9AB8F32C6C}" destId="{4314F5B6-102B-42AB-B88A-201969BA4E8E}" srcOrd="0" destOrd="0" presId="urn:microsoft.com/office/officeart/2005/8/layout/lProcess1"/>
    <dgm:cxn modelId="{2AA17A7D-1038-4DBD-9585-4BBD0C74F84E}" type="presOf" srcId="{072242A0-D530-44D6-A36F-8B27BB53AD1A}" destId="{ED4858D1-A498-4EB7-A1E6-74689C9DE659}" srcOrd="0" destOrd="0" presId="urn:microsoft.com/office/officeart/2005/8/layout/lProcess1"/>
    <dgm:cxn modelId="{5FF7357F-A88C-43F2-87CD-55440A568470}" type="presOf" srcId="{18C9CCEF-9A3D-430F-A19C-58ADE4E609C5}" destId="{08725F1C-D650-4B6E-859B-07F55ADA59F7}" srcOrd="0" destOrd="0" presId="urn:microsoft.com/office/officeart/2005/8/layout/lProcess1"/>
    <dgm:cxn modelId="{0DC50B81-769A-4AC7-8C73-8EF8D8334AA1}" srcId="{C53CC6D8-DEFC-45FD-8207-E1ECCC27EA85}" destId="{038F6A6A-232A-44A4-9628-ADFA8F068F81}" srcOrd="5" destOrd="0" parTransId="{403B4542-B2F8-496D-BBEA-3A684B1106F9}" sibTransId="{ABE7D012-6867-48DA-AF76-FDB8ECBB944D}"/>
    <dgm:cxn modelId="{AA4DB381-0805-4147-B6F8-9B458F4FEDBB}" type="presOf" srcId="{FFD34D65-88C8-49CB-81DC-C50F3331A070}" destId="{963557AE-AAA9-42B7-99BB-C17341FAF9A6}" srcOrd="0" destOrd="0" presId="urn:microsoft.com/office/officeart/2005/8/layout/lProcess1"/>
    <dgm:cxn modelId="{11BD6A84-C2EE-49DA-9AAB-60AC9D519C95}" type="presOf" srcId="{AA605965-F5C4-4FAE-B952-ABEC0C297A2C}" destId="{A23D95F5-3F91-4637-AC92-782AEAAE432F}" srcOrd="0" destOrd="0" presId="urn:microsoft.com/office/officeart/2005/8/layout/lProcess1"/>
    <dgm:cxn modelId="{0687A885-2354-4E9E-B313-4269283F0057}" srcId="{C53CC6D8-DEFC-45FD-8207-E1ECCC27EA85}" destId="{5CBEC7DD-A25D-4956-9A65-6EA385F6FCB5}" srcOrd="4" destOrd="0" parTransId="{F342D04F-4D11-41CC-AB66-36041A902B44}" sibTransId="{BD0F67B1-39E4-45ED-9534-FB8F89E8EEF6}"/>
    <dgm:cxn modelId="{83293D87-349F-40C3-8682-81228B258F9F}" type="presOf" srcId="{1CDCF840-B0CC-4F2C-A35E-ECD6E6C793C8}" destId="{A4E0D477-65D0-4C8E-82B7-DBE032B47A77}" srcOrd="0" destOrd="0" presId="urn:microsoft.com/office/officeart/2005/8/layout/lProcess1"/>
    <dgm:cxn modelId="{74255188-FEBF-400C-BD3A-1E398D99C344}" srcId="{EB0E0FD5-060D-4964-889C-1870419196A8}" destId="{EB1F3FCE-CB0B-4759-80FB-896216BB261F}" srcOrd="1" destOrd="0" parTransId="{2723A4FA-E76C-452F-8432-1A7B71731D6B}" sibTransId="{C1DB6DD8-3C3F-4DB0-AA90-A9B6B41CCA2B}"/>
    <dgm:cxn modelId="{051A5588-BD7D-4FA7-95E6-22062EAEC4D0}" type="presOf" srcId="{E373698D-1356-47A7-A591-B72BFE77C3D1}" destId="{E7F7C4A8-2F3A-49BA-B2E4-CF48FCA5D8D8}" srcOrd="0" destOrd="0" presId="urn:microsoft.com/office/officeart/2005/8/layout/lProcess1"/>
    <dgm:cxn modelId="{F5539389-3321-459E-8B40-B851FBB39F4A}" srcId="{EB0E0FD5-060D-4964-889C-1870419196A8}" destId="{1F78138B-BC83-4EE3-8AC9-39D36E20F56F}" srcOrd="0" destOrd="0" parTransId="{32497B7D-88BC-4ED8-ABA4-4F4AC1674BD0}" sibTransId="{39166254-4E91-44D0-AC37-9AF0017BC0B7}"/>
    <dgm:cxn modelId="{4052F58F-7A9E-4043-B841-EEE9B7B45492}" type="presOf" srcId="{BE884E99-6EA4-4F3B-9934-9AC0AD3FC34D}" destId="{70184B3D-752F-4C56-B8FA-B06841EF4ACA}" srcOrd="0" destOrd="0" presId="urn:microsoft.com/office/officeart/2005/8/layout/lProcess1"/>
    <dgm:cxn modelId="{4CE88C92-A03E-449B-932C-182FC695B78B}" srcId="{CF1C6313-4564-47A5-B9C0-92FA7E595ECA}" destId="{3434A807-DC28-4E70-89EF-B7271BEE3AA2}" srcOrd="0" destOrd="0" parTransId="{124C5332-837C-441F-B2C5-D233373E825B}" sibTransId="{DFF31695-D6B4-469F-8F60-150F96BF4923}"/>
    <dgm:cxn modelId="{4E221495-00B9-41D3-A3CF-9F5BCF5955DB}" srcId="{C53CC6D8-DEFC-45FD-8207-E1ECCC27EA85}" destId="{CB633465-69F8-4749-AFAE-3BC0C5C07576}" srcOrd="0" destOrd="0" parTransId="{628973D1-C8E1-484F-9D42-CA9E953656E0}" sibTransId="{BCE967E9-6A52-4EE5-8C2C-0526722B5518}"/>
    <dgm:cxn modelId="{10B99098-DACD-4C66-B088-8AAB7B694358}" srcId="{EB0E0FD5-060D-4964-889C-1870419196A8}" destId="{CAC2EC8E-7F73-40E8-8DDE-04F8D87E2AFE}" srcOrd="5" destOrd="0" parTransId="{D78C71B3-65F1-4DB1-A19D-2882B14CCCDA}" sibTransId="{57C48405-B666-4C1A-A422-FBEC67C3FB91}"/>
    <dgm:cxn modelId="{30B31F9A-1B38-44D5-8FA6-756E9C156CCC}" srcId="{516A4DDC-76BD-494E-B503-625555CCBC4A}" destId="{B586B1F5-1875-41DA-92B6-3C757BDBD3F6}" srcOrd="1" destOrd="0" parTransId="{9D1A8061-5510-4D7E-8EB8-3A1A0246986D}" sibTransId="{1BC9198F-2E37-4C5A-B2CE-D16F2774CC0F}"/>
    <dgm:cxn modelId="{B522739A-4DEE-43CF-9357-A84EF1EEE7ED}" srcId="{5CBEC7DD-A25D-4956-9A65-6EA385F6FCB5}" destId="{33BF0E2A-2B00-40A5-832E-FC800DCA5982}" srcOrd="0" destOrd="0" parTransId="{F8C31ED9-A2C0-4A09-A419-0AE9A44BB8DF}" sibTransId="{E373698D-1356-47A7-A591-B72BFE77C3D1}"/>
    <dgm:cxn modelId="{747D169B-FE3D-458F-B3DF-7D68DE1C2C12}" type="presOf" srcId="{28042342-D75F-4E40-9079-E9255550F5EE}" destId="{9CBB947A-00A2-4C77-99BE-321EE704322D}" srcOrd="0" destOrd="0" presId="urn:microsoft.com/office/officeart/2005/8/layout/lProcess1"/>
    <dgm:cxn modelId="{965A859B-7489-4E18-8133-CEF64298A062}" type="presOf" srcId="{CC6619C4-4FFC-48A1-A7A1-A2394E2A3D37}" destId="{7A21FFDF-D8C5-4B22-BE96-E6302F16D819}" srcOrd="0" destOrd="0" presId="urn:microsoft.com/office/officeart/2005/8/layout/lProcess1"/>
    <dgm:cxn modelId="{FB83239C-C9D4-4A05-B4A2-4841AB729B7B}" type="presOf" srcId="{837AF333-8216-47A2-84B4-C66C4CE8E163}" destId="{659A1D33-8174-4164-B8AD-7A3F22BEAD11}" srcOrd="0" destOrd="0" presId="urn:microsoft.com/office/officeart/2005/8/layout/lProcess1"/>
    <dgm:cxn modelId="{25E2C19D-AC16-4CC3-A290-B5148BCE3C56}" srcId="{EB0E0FD5-060D-4964-889C-1870419196A8}" destId="{6F5E6F68-28C1-4305-B627-546A831C3963}" srcOrd="3" destOrd="0" parTransId="{4461B480-10A0-44B3-B0B6-E35C9618D699}" sibTransId="{786BD722-886A-4CF3-81B6-3D1C430F6E04}"/>
    <dgm:cxn modelId="{9238299E-903E-4716-BEBC-83EC5027DF85}" type="presOf" srcId="{240C0211-8E15-453B-8A42-9E2EBA9AE5E6}" destId="{48439AB1-A45E-4B96-9324-CADF81B2B86A}" srcOrd="0" destOrd="0" presId="urn:microsoft.com/office/officeart/2005/8/layout/lProcess1"/>
    <dgm:cxn modelId="{E2D47C9E-637C-4FBE-8C7A-9F340C3D36E2}" srcId="{038F6A6A-232A-44A4-9628-ADFA8F068F81}" destId="{5DB5293D-C6DB-4812-B820-4A7520D348F9}" srcOrd="3" destOrd="0" parTransId="{D799AB09-4A8D-4432-B876-9F816F02931A}" sibTransId="{546B7031-374B-4544-954A-D884C7521C06}"/>
    <dgm:cxn modelId="{DE53DC9E-B844-4AD9-A9E4-178D41D05C9A}" type="presOf" srcId="{33BF0E2A-2B00-40A5-832E-FC800DCA5982}" destId="{73DBFA1A-3823-4209-9CD6-DBDD456F39FB}" srcOrd="0" destOrd="0" presId="urn:microsoft.com/office/officeart/2005/8/layout/lProcess1"/>
    <dgm:cxn modelId="{D568239F-6C79-49CF-B4CA-C41B08F5FEC6}" type="presOf" srcId="{E9424F39-05FD-49EF-A159-6FA7A52104F8}" destId="{7CCB9ADC-8549-41CA-ABF9-BC7A1E4CB28C}" srcOrd="0" destOrd="0" presId="urn:microsoft.com/office/officeart/2005/8/layout/lProcess1"/>
    <dgm:cxn modelId="{E25A29A1-30BC-437D-919F-65B5408DD66A}" type="presOf" srcId="{F6278AF9-DDDE-4B6C-AE4E-9776282043F8}" destId="{EE8C1519-8A8F-4957-ADA4-BB6DCB6E02D4}" srcOrd="0" destOrd="0" presId="urn:microsoft.com/office/officeart/2005/8/layout/lProcess1"/>
    <dgm:cxn modelId="{F03ACAA1-81E6-48B3-BB59-292CB150C6DC}" type="presOf" srcId="{A4932717-BE77-478B-8700-03900B4FB5C3}" destId="{8F2C20E7-E60A-4392-AC38-C617142C1A15}" srcOrd="0" destOrd="0" presId="urn:microsoft.com/office/officeart/2005/8/layout/lProcess1"/>
    <dgm:cxn modelId="{D45B1EA3-8133-40E0-9FD4-BD0D5421D4E3}" srcId="{CF1C6313-4564-47A5-B9C0-92FA7E595ECA}" destId="{18C9CCEF-9A3D-430F-A19C-58ADE4E609C5}" srcOrd="1" destOrd="0" parTransId="{003BAA64-1587-48CE-AB10-8552FB56F7AE}" sibTransId="{959F1DEB-B53B-4BBD-9E8F-00D2257995F7}"/>
    <dgm:cxn modelId="{3FA360A3-1C84-45C7-8F5E-F2B530C87C2C}" srcId="{617E65AA-9C55-4413-9A95-39CB8B2F95DE}" destId="{F6278AF9-DDDE-4B6C-AE4E-9776282043F8}" srcOrd="2" destOrd="0" parTransId="{845F25D0-59F3-4D95-A423-27D504917E25}" sibTransId="{7DB08233-6282-404E-A351-040E1009FF49}"/>
    <dgm:cxn modelId="{28F9A8A4-C9DB-4065-B3E2-7FDBF7CD5582}" type="presOf" srcId="{D9A4E7A5-AD5F-4648-9E03-3FDDCF2AE44A}" destId="{527DDF7A-80A2-497F-B108-251FA25542B3}" srcOrd="0" destOrd="0" presId="urn:microsoft.com/office/officeart/2005/8/layout/lProcess1"/>
    <dgm:cxn modelId="{CFC0F6A6-89CB-485A-BEED-05CCD35ACE36}" type="presOf" srcId="{8F895A41-0ECE-46EE-8812-26516BC9E36A}" destId="{83B7FB6D-63F5-477F-B8B9-C8513A6E9257}" srcOrd="0" destOrd="0" presId="urn:microsoft.com/office/officeart/2005/8/layout/lProcess1"/>
    <dgm:cxn modelId="{346EBFA7-FBF0-4C74-9941-758DDAEB4F89}" type="presOf" srcId="{3B4413FE-A1AB-426B-8D68-B972BF63B87F}" destId="{80E7ED24-73E7-49DB-89D8-675EBBF65667}" srcOrd="0" destOrd="0" presId="urn:microsoft.com/office/officeart/2005/8/layout/lProcess1"/>
    <dgm:cxn modelId="{38658AA8-6AC2-4ADA-882C-F4881EBE85AE}" type="presOf" srcId="{D3E34D60-67F1-4FB1-9BFE-122537130631}" destId="{A63377B7-A72D-4375-9BF0-96FFA35432AD}" srcOrd="0" destOrd="0" presId="urn:microsoft.com/office/officeart/2005/8/layout/lProcess1"/>
    <dgm:cxn modelId="{F88B1EA9-5926-4C44-BF3F-CD73951FC6A6}" type="presOf" srcId="{6536CD34-76AD-4865-AD92-C77C03AEF843}" destId="{D378FE78-6C21-4DC5-A248-A34392B1027F}" srcOrd="0" destOrd="0" presId="urn:microsoft.com/office/officeart/2005/8/layout/lProcess1"/>
    <dgm:cxn modelId="{B00B91AB-BF06-44D4-9AE3-1B57A8D6890E}" srcId="{038F6A6A-232A-44A4-9628-ADFA8F068F81}" destId="{D9A4E7A5-AD5F-4648-9E03-3FDDCF2AE44A}" srcOrd="4" destOrd="0" parTransId="{317D7AE5-D765-48CF-A76B-017A7DFF609C}" sibTransId="{318F7628-F3FF-49E6-9567-D817985E4338}"/>
    <dgm:cxn modelId="{EE3B54AC-49F3-43CE-AF9C-B2A6CFF1DB73}" type="presOf" srcId="{CB633465-69F8-4749-AFAE-3BC0C5C07576}" destId="{9DB43834-1106-46A8-8D14-0EE25C777640}" srcOrd="0" destOrd="0" presId="urn:microsoft.com/office/officeart/2005/8/layout/lProcess1"/>
    <dgm:cxn modelId="{2B11C0AE-0E8F-47AF-93E0-79E1A969320E}" srcId="{5CBEC7DD-A25D-4956-9A65-6EA385F6FCB5}" destId="{04E84D44-27E3-47CA-A359-093C7C0A8B53}" srcOrd="2" destOrd="0" parTransId="{A3BF62EF-ED63-4148-8DD4-AF950B3A00F8}" sibTransId="{837AF333-8216-47A2-84B4-C66C4CE8E163}"/>
    <dgm:cxn modelId="{94F740AF-2A3A-4CE7-B914-D0D7701BA87D}" type="presOf" srcId="{04E84D44-27E3-47CA-A359-093C7C0A8B53}" destId="{F2C1D884-3C20-4BD5-921A-3FC525D12ABD}" srcOrd="0" destOrd="0" presId="urn:microsoft.com/office/officeart/2005/8/layout/lProcess1"/>
    <dgm:cxn modelId="{4F1293B2-3B56-4F26-9A1F-966BEDE40615}" type="presOf" srcId="{C1DB6DD8-3C3F-4DB0-AA90-A9B6B41CCA2B}" destId="{B2ECC9C4-80A0-48CA-AD25-3C78761078D6}" srcOrd="0" destOrd="0" presId="urn:microsoft.com/office/officeart/2005/8/layout/lProcess1"/>
    <dgm:cxn modelId="{447EDCB2-E146-4FCF-9CC5-AE4D705443F0}" type="presOf" srcId="{7C191954-B5D2-4578-AE97-2333EA5876D5}" destId="{D67B0BC6-2A08-4CD6-AA13-4C3F08509B4C}" srcOrd="0" destOrd="0" presId="urn:microsoft.com/office/officeart/2005/8/layout/lProcess1"/>
    <dgm:cxn modelId="{FE3133B4-929A-40BB-B862-A7DBC549CD8B}" srcId="{461069EF-F7BA-4C9A-9C30-E8023683389E}" destId="{4F5A69CA-F220-4641-B04C-E4EBDECEAC47}" srcOrd="1" destOrd="0" parTransId="{497D538F-1DDD-4F0E-9AA3-7167C06AA671}" sibTransId="{84457FD0-C7F9-4490-AFAC-5E34321EDA7A}"/>
    <dgm:cxn modelId="{BECB4EB5-62F3-4090-8E42-45FA1F95E913}" srcId="{FFD34D65-88C8-49CB-81DC-C50F3331A070}" destId="{AA605965-F5C4-4FAE-B952-ABEC0C297A2C}" srcOrd="6" destOrd="0" parTransId="{53AD1D82-A9DD-4CF0-8FA4-683EBBDF2131}" sibTransId="{741BCEB3-BC37-47AD-A1DB-67468F8B23B8}"/>
    <dgm:cxn modelId="{1E0189B5-3A04-4706-AB7C-080D5F81B597}" type="presOf" srcId="{84457FD0-C7F9-4490-AFAC-5E34321EDA7A}" destId="{ED8E6BE7-6B26-4BB9-9764-A1979AF740DB}" srcOrd="0" destOrd="0" presId="urn:microsoft.com/office/officeart/2005/8/layout/lProcess1"/>
    <dgm:cxn modelId="{4344F8B5-6306-41DE-9B9F-69CF5F0202BC}" type="presOf" srcId="{F8C31ED9-A2C0-4A09-A419-0AE9A44BB8DF}" destId="{31B413C7-910B-47E7-88C3-160DB10D00F1}" srcOrd="0" destOrd="0" presId="urn:microsoft.com/office/officeart/2005/8/layout/lProcess1"/>
    <dgm:cxn modelId="{127ADFB9-E266-4E17-8A53-767312920428}" type="presOf" srcId="{6536A804-3A8E-47DA-A099-89D430AF0029}" destId="{5AC734BE-2FFF-4839-B33E-3C376891D8F7}" srcOrd="0" destOrd="0" presId="urn:microsoft.com/office/officeart/2005/8/layout/lProcess1"/>
    <dgm:cxn modelId="{11A2B3BA-0532-487C-B0CF-238A9BA88619}" type="presOf" srcId="{CF1C6313-4564-47A5-B9C0-92FA7E595ECA}" destId="{E9381F77-A434-4268-8491-4E0BF2496F77}" srcOrd="0" destOrd="0" presId="urn:microsoft.com/office/officeart/2005/8/layout/lProcess1"/>
    <dgm:cxn modelId="{B57B24BC-1C18-4E84-A6EB-15D941EFE080}" type="presOf" srcId="{5CBEC7DD-A25D-4956-9A65-6EA385F6FCB5}" destId="{29BD7540-A2BB-42DD-AA97-F27941F79F18}" srcOrd="0" destOrd="0" presId="urn:microsoft.com/office/officeart/2005/8/layout/lProcess1"/>
    <dgm:cxn modelId="{319A78BC-3397-416C-8216-2C857CDE9352}" type="presOf" srcId="{3B3623E1-B364-4363-879A-8C91DF89F7B0}" destId="{A0EF812D-7540-4C5E-BD97-55D8BA4C6B1B}" srcOrd="0" destOrd="0" presId="urn:microsoft.com/office/officeart/2005/8/layout/lProcess1"/>
    <dgm:cxn modelId="{A399E7BC-1C04-4904-B7AF-ACB431E605FD}" srcId="{EB0E0FD5-060D-4964-889C-1870419196A8}" destId="{C67E8930-996D-4DBB-AA5D-D5CA4CE39D26}" srcOrd="4" destOrd="0" parTransId="{6C0DE4AC-EC96-4244-A4B6-D30B23D196FA}" sibTransId="{FFFC17AF-E51B-4EF6-9884-8DA99AC0F589}"/>
    <dgm:cxn modelId="{26D134BD-D9A6-4A4F-87E5-E9190687BAA7}" type="presOf" srcId="{32581EC0-0EFB-4605-A04C-D6F235F23FD6}" destId="{742B4EF6-31F6-4EE7-95EA-7A6B6D178455}" srcOrd="0" destOrd="0" presId="urn:microsoft.com/office/officeart/2005/8/layout/lProcess1"/>
    <dgm:cxn modelId="{A7B0F9C1-BBBF-4E24-B7D6-99F2FAF9C2A4}" type="presOf" srcId="{1BD3BD78-9E2D-4A4F-971F-2677CEBE90D9}" destId="{C9B9ADE7-9B42-4CAA-A961-9271B15066E1}" srcOrd="0" destOrd="0" presId="urn:microsoft.com/office/officeart/2005/8/layout/lProcess1"/>
    <dgm:cxn modelId="{F7BD01C2-935A-41C1-A6DA-0121C9CDF08C}" type="presOf" srcId="{971DE080-7CCF-4EC7-8039-039364B2B23D}" destId="{0CC6EF0D-96BD-4BE3-9DCE-4EE3BD307B5A}" srcOrd="0" destOrd="0" presId="urn:microsoft.com/office/officeart/2005/8/layout/lProcess1"/>
    <dgm:cxn modelId="{1D578DC3-5011-4A38-8765-354475B9B23A}" type="presOf" srcId="{503A8ACE-7575-4C19-8B87-BC95156CCEFE}" destId="{5FC48671-9963-4D19-B9E6-9EC4F41AD37F}" srcOrd="0" destOrd="0" presId="urn:microsoft.com/office/officeart/2005/8/layout/lProcess1"/>
    <dgm:cxn modelId="{E013F2C7-BE72-4089-B0D0-9F1690500E24}" type="presOf" srcId="{E0B52577-43FE-45E8-AD49-3D53D681F0E7}" destId="{10D0814A-8F12-44C3-BF9A-3E7FBA21F6F2}" srcOrd="0" destOrd="0" presId="urn:microsoft.com/office/officeart/2005/8/layout/lProcess1"/>
    <dgm:cxn modelId="{95E8C0C8-932D-4640-9FD6-EBB40927B0E3}" type="presOf" srcId="{57C48405-B666-4C1A-A422-FBEC67C3FB91}" destId="{B4159A4D-0EC4-4154-9F38-E1A52644B446}" srcOrd="0" destOrd="0" presId="urn:microsoft.com/office/officeart/2005/8/layout/lProcess1"/>
    <dgm:cxn modelId="{A7A414CA-5CE1-4880-BD5F-247EE9B9BF17}" type="presOf" srcId="{B6E81FDE-23DA-4562-AFF9-1B6C341E22DF}" destId="{E4C818C2-B9CF-456F-8A8A-D73EC8E70D69}" srcOrd="0" destOrd="0" presId="urn:microsoft.com/office/officeart/2005/8/layout/lProcess1"/>
    <dgm:cxn modelId="{DA8950CA-5FDA-4EF7-BEDF-5AE20FBE47AC}" type="presOf" srcId="{CC7E723A-A5B7-4680-A24C-7FF71CE71A08}" destId="{26EE2846-1AE9-42FB-BE30-D2962E9A0A7F}" srcOrd="0" destOrd="0" presId="urn:microsoft.com/office/officeart/2005/8/layout/lProcess1"/>
    <dgm:cxn modelId="{8192C6CB-78C3-44E0-896C-DD1E5E0EB4DE}" type="presOf" srcId="{04707FBC-A4C8-41EC-BB17-93CDE2D350C1}" destId="{B9F624F8-55F2-4AE8-A88D-D92C3C271215}" srcOrd="0" destOrd="0" presId="urn:microsoft.com/office/officeart/2005/8/layout/lProcess1"/>
    <dgm:cxn modelId="{73213DCC-7C85-4590-BABA-97B77B6DEE12}" type="presOf" srcId="{F7CED298-1605-4B60-9FC8-0A4C25C5AA00}" destId="{9A5E1799-26FB-4959-97AA-0FCC22761318}" srcOrd="0" destOrd="0" presId="urn:microsoft.com/office/officeart/2005/8/layout/lProcess1"/>
    <dgm:cxn modelId="{E7ECD7CD-0784-4FF9-AEC5-43E4939C28F8}" type="presOf" srcId="{C53CC6D8-DEFC-45FD-8207-E1ECCC27EA85}" destId="{22D8E0AF-322E-4A8E-BC3C-6E9E9A51F58F}" srcOrd="0" destOrd="0" presId="urn:microsoft.com/office/officeart/2005/8/layout/lProcess1"/>
    <dgm:cxn modelId="{5A73B7CE-651A-4DDF-9800-298E7F4E337D}" srcId="{5CBEC7DD-A25D-4956-9A65-6EA385F6FCB5}" destId="{B8361CC0-B43E-459D-B6A0-D7A18ADC37AE}" srcOrd="6" destOrd="0" parTransId="{B707855E-88D6-4792-A58A-1B8729590238}" sibTransId="{C1D35599-4BB8-478C-9E97-B4371EA8A5C0}"/>
    <dgm:cxn modelId="{8034BED0-C6AD-440F-96EC-56F76E1BFDA5}" type="presOf" srcId="{2FADD8DE-8916-4206-A449-B75ED50EDC3A}" destId="{42019143-3D9B-41F2-B855-91505143BC50}" srcOrd="0" destOrd="0" presId="urn:microsoft.com/office/officeart/2005/8/layout/lProcess1"/>
    <dgm:cxn modelId="{47509DD2-2ADC-4BC0-9C2C-B3ED6C310493}" type="presOf" srcId="{62786CE9-7F77-4EB7-BBA7-2846FF7F478F}" destId="{BABF14D2-634F-4652-B44E-9E916AA43555}" srcOrd="0" destOrd="0" presId="urn:microsoft.com/office/officeart/2005/8/layout/lProcess1"/>
    <dgm:cxn modelId="{ACB75DD3-4E73-42B8-A073-A195B2A9EED9}" type="presOf" srcId="{6A0F36A9-DF7C-43F6-9A44-33D27427B58B}" destId="{D8228C2C-563B-43D8-9651-0B11234A6637}" srcOrd="0" destOrd="0" presId="urn:microsoft.com/office/officeart/2005/8/layout/lProcess1"/>
    <dgm:cxn modelId="{2E7B0CD7-64B2-4022-B3FB-815BF72666B6}" srcId="{CB633465-69F8-4749-AFAE-3BC0C5C07576}" destId="{D067A906-CD6E-4057-91E9-B39317943E8F}" srcOrd="2" destOrd="0" parTransId="{23C56D75-F75B-4658-ABA8-59E376C0AC54}" sibTransId="{FB352D3C-0060-4051-832B-59E087911A9D}"/>
    <dgm:cxn modelId="{DCBC72D7-E8D4-44BE-9A24-ED98F3700B43}" type="presOf" srcId="{7DB08233-6282-404E-A351-040E1009FF49}" destId="{7749FCFD-BA08-4C2B-8C85-053B0221F283}" srcOrd="0" destOrd="0" presId="urn:microsoft.com/office/officeart/2005/8/layout/lProcess1"/>
    <dgm:cxn modelId="{A931EED7-6DEE-4A4D-AD01-5DD10EE790D3}" type="presOf" srcId="{773E8B19-AF9C-4B34-8573-4634685F20C4}" destId="{D2F04C25-DF11-4BF1-8F12-356D65A8A5CF}" srcOrd="0" destOrd="0" presId="urn:microsoft.com/office/officeart/2005/8/layout/lProcess1"/>
    <dgm:cxn modelId="{8A3B5ED8-98D1-4CA3-AA40-0179B7369F35}" srcId="{5CBEC7DD-A25D-4956-9A65-6EA385F6FCB5}" destId="{B6E81FDE-23DA-4562-AFF9-1B6C341E22DF}" srcOrd="5" destOrd="0" parTransId="{EC3B1602-CF71-42F7-89AC-1827C6AA608D}" sibTransId="{6A0F36A9-DF7C-43F6-9A44-33D27427B58B}"/>
    <dgm:cxn modelId="{3C3960D8-3F25-42FF-A8D7-41CDC30A576F}" type="presOf" srcId="{4F5A69CA-F220-4641-B04C-E4EBDECEAC47}" destId="{E86B3CD8-F4D0-45ED-B86C-A38B022A798B}" srcOrd="0" destOrd="0" presId="urn:microsoft.com/office/officeart/2005/8/layout/lProcess1"/>
    <dgm:cxn modelId="{A9146BD8-D923-4B9F-B367-4E2687C03269}" type="presOf" srcId="{CFDAAE0E-B40F-41AD-A4E5-880909F3F210}" destId="{AA1D7B21-D016-44B4-B435-48FFA30ACAA1}" srcOrd="0" destOrd="0" presId="urn:microsoft.com/office/officeart/2005/8/layout/lProcess1"/>
    <dgm:cxn modelId="{6E439CD8-D3C7-4FC9-A0DF-9098B1DFACA6}" srcId="{C53CC6D8-DEFC-45FD-8207-E1ECCC27EA85}" destId="{461069EF-F7BA-4C9A-9C30-E8023683389E}" srcOrd="7" destOrd="0" parTransId="{A932AD92-585E-46DF-A4E1-F464325F3C23}" sibTransId="{EFBB54DD-FD9F-46C8-82C7-441EDCA8E141}"/>
    <dgm:cxn modelId="{E7650DD9-B7FF-4A40-B57C-F982EC3C37AF}" type="presOf" srcId="{32497B7D-88BC-4ED8-ABA4-4F4AC1674BD0}" destId="{5249BB87-C15C-48F3-B24D-9529A338B709}" srcOrd="0" destOrd="0" presId="urn:microsoft.com/office/officeart/2005/8/layout/lProcess1"/>
    <dgm:cxn modelId="{6B93B9DC-C548-459C-9E78-9865EA3C7646}" srcId="{5CBEC7DD-A25D-4956-9A65-6EA385F6FCB5}" destId="{503A8ACE-7575-4C19-8B87-BC95156CCEFE}" srcOrd="1" destOrd="0" parTransId="{81AFEFE6-3E9C-4A74-BEC8-64BFE7E61894}" sibTransId="{BE884E99-6EA4-4F3B-9934-9AC0AD3FC34D}"/>
    <dgm:cxn modelId="{6B05C8DC-E66E-44F2-AFD9-C75B83949F01}" type="presOf" srcId="{CAC2EC8E-7F73-40E8-8DDE-04F8D87E2AFE}" destId="{A686F73B-85F1-4823-B06D-E13829BF1834}" srcOrd="0" destOrd="0" presId="urn:microsoft.com/office/officeart/2005/8/layout/lProcess1"/>
    <dgm:cxn modelId="{8E27A1DD-0DC8-40B5-B231-CEDDA0B3865C}" type="presOf" srcId="{594BCF6D-82E9-4139-810C-4AF0EE0FFFA6}" destId="{F75B8EB6-21C6-4F00-8FDB-C6B1C9F9D83E}" srcOrd="0" destOrd="0" presId="urn:microsoft.com/office/officeart/2005/8/layout/lProcess1"/>
    <dgm:cxn modelId="{8095A7DD-5909-4D2E-ABB7-0A537F413668}" srcId="{CB633465-69F8-4749-AFAE-3BC0C5C07576}" destId="{E0B52577-43FE-45E8-AD49-3D53D681F0E7}" srcOrd="7" destOrd="0" parTransId="{8AD9E7B9-32E7-4CEE-AD6A-75ECFCDBB2A9}" sibTransId="{0199C63D-DA8F-4471-86D7-AF8F646E3106}"/>
    <dgm:cxn modelId="{C2E73ADF-282F-4643-8C6F-71CA2D70812F}" srcId="{516A4DDC-76BD-494E-B503-625555CCBC4A}" destId="{B29B0231-0213-48CF-AF9D-C2F6ED303F58}" srcOrd="0" destOrd="0" parTransId="{365A8863-9F4A-4B58-A311-459517000E2C}" sibTransId="{8FDE9E7A-128A-4735-BF8F-0222768F955F}"/>
    <dgm:cxn modelId="{6DA9A2DF-8E9A-4204-9E2F-720849F81BF7}" type="presOf" srcId="{4D412A06-B6CB-4B6D-8E42-993DC9D7928D}" destId="{595FBDC9-4E2E-4AA7-93C6-305CFFE528BB}" srcOrd="0" destOrd="0" presId="urn:microsoft.com/office/officeart/2005/8/layout/lProcess1"/>
    <dgm:cxn modelId="{BE0514E0-3128-4F7A-983C-18C110272FA2}" srcId="{CB633465-69F8-4749-AFAE-3BC0C5C07576}" destId="{CC6619C4-4FFC-48A1-A7A1-A2394E2A3D37}" srcOrd="4" destOrd="0" parTransId="{E0378845-F020-4FB3-928A-CD34CD54D086}" sibTransId="{38C11498-AB46-4A5E-A2F8-E4FC8FE69147}"/>
    <dgm:cxn modelId="{8B9E35E2-C68C-44A7-8971-A04FE13BB196}" type="presOf" srcId="{D067A906-CD6E-4057-91E9-B39317943E8F}" destId="{00DE5F36-982F-49C5-BE6E-E399D6AAE1D6}" srcOrd="0" destOrd="0" presId="urn:microsoft.com/office/officeart/2005/8/layout/lProcess1"/>
    <dgm:cxn modelId="{D9935FE2-2302-4C78-942C-502B88F73C84}" type="presOf" srcId="{1009FF03-5F93-449C-AF20-55447EEE50AB}" destId="{A904F003-CAB1-4563-8414-4B74FADF400E}" srcOrd="0" destOrd="0" presId="urn:microsoft.com/office/officeart/2005/8/layout/lProcess1"/>
    <dgm:cxn modelId="{49EB71E2-6063-436D-9FBF-074AB854FAD8}" type="presOf" srcId="{368AF2AE-BE3F-4719-AC12-CE531461299B}" destId="{C99E7CC8-BA8C-4799-96B4-7F4244D04547}" srcOrd="0" destOrd="0" presId="urn:microsoft.com/office/officeart/2005/8/layout/lProcess1"/>
    <dgm:cxn modelId="{205886E4-9719-4502-BC93-E2E50A8A1277}" srcId="{038F6A6A-232A-44A4-9628-ADFA8F068F81}" destId="{A829D4F7-DB8E-4705-94E3-D00EA1D947F6}" srcOrd="0" destOrd="0" parTransId="{3B4413FE-A1AB-426B-8D68-B972BF63B87F}" sibTransId="{3B3623E1-B364-4363-879A-8C91DF89F7B0}"/>
    <dgm:cxn modelId="{CAA03CE8-A85C-4040-8375-9469EF639F85}" type="presOf" srcId="{09140EA5-89B1-44BC-ABEB-46A7810B618C}" destId="{ED892690-0ECC-43F3-B5A7-51FADE545715}" srcOrd="0" destOrd="0" presId="urn:microsoft.com/office/officeart/2005/8/layout/lProcess1"/>
    <dgm:cxn modelId="{482431F5-197B-43B2-9C56-7EFA1EDEF5EF}" type="presOf" srcId="{86356297-A0A6-43B1-B130-BDF7EF424AF1}" destId="{B0D27BCA-7BAE-48DD-9D50-347DD182D38C}" srcOrd="0" destOrd="0" presId="urn:microsoft.com/office/officeart/2005/8/layout/lProcess1"/>
    <dgm:cxn modelId="{7E1B8CF8-A447-47C1-98DE-20FF0847034B}" srcId="{5CBEC7DD-A25D-4956-9A65-6EA385F6FCB5}" destId="{17A60EC1-C6F4-43A4-B541-A6C6128A2535}" srcOrd="3" destOrd="0" parTransId="{030BE2CB-F714-4ACB-BF63-07396FE0ACF7}" sibTransId="{04707FBC-A4C8-41EC-BB17-93CDE2D350C1}"/>
    <dgm:cxn modelId="{2FC1FFF9-4421-438F-B40A-E0AD1F3B6865}" srcId="{FFD34D65-88C8-49CB-81DC-C50F3331A070}" destId="{62786CE9-7F77-4EB7-BBA7-2846FF7F478F}" srcOrd="4" destOrd="0" parTransId="{7DE3412A-CB05-409D-B210-DA19E4B69F62}" sibTransId="{1BD3BD78-9E2D-4A4F-971F-2677CEBE90D9}"/>
    <dgm:cxn modelId="{75B110FA-E397-4C26-B436-5ACC61E838F8}" type="presOf" srcId="{365A8863-9F4A-4B58-A311-459517000E2C}" destId="{055B992E-969C-4C88-B33E-176C01EE5CF3}" srcOrd="0" destOrd="0" presId="urn:microsoft.com/office/officeart/2005/8/layout/lProcess1"/>
    <dgm:cxn modelId="{4651F7FA-04E2-422D-B317-39645B31844E}" type="presOf" srcId="{FB352D3C-0060-4051-832B-59E087911A9D}" destId="{341CB8C5-33F0-478B-9822-B56698C5DC45}" srcOrd="0" destOrd="0" presId="urn:microsoft.com/office/officeart/2005/8/layout/lProcess1"/>
    <dgm:cxn modelId="{993AD7FB-7A5D-4CA3-9F01-44929FC86EE1}" srcId="{461069EF-F7BA-4C9A-9C30-E8023683389E}" destId="{4B107CCB-FAA1-4B12-B6EF-8B0E65045CF1}" srcOrd="3" destOrd="0" parTransId="{B7024FF2-CAC7-4B2A-92CC-93D5C3392BFA}" sibTransId="{BA581CFC-21EA-470F-96DD-9CC93A6B44D7}"/>
    <dgm:cxn modelId="{510ED0FC-F788-45AC-8530-522D49934ACD}" type="presOf" srcId="{0199C63D-DA8F-4471-86D7-AF8F646E3106}" destId="{8963BCBA-0B0D-4219-933D-EA6557979257}" srcOrd="0" destOrd="0" presId="urn:microsoft.com/office/officeart/2005/8/layout/lProcess1"/>
    <dgm:cxn modelId="{A00318FE-CDC5-4D5F-A279-BDE48B1280CC}" type="presOf" srcId="{12A347FE-40FC-4427-9035-54658544AAE5}" destId="{65D7DEB2-8850-4776-8FD7-68AE15D8BAD2}" srcOrd="0" destOrd="0" presId="urn:microsoft.com/office/officeart/2005/8/layout/lProcess1"/>
    <dgm:cxn modelId="{B1117CCA-50EF-4897-BC24-86872ED47AE8}" type="presParOf" srcId="{22D8E0AF-322E-4A8E-BC3C-6E9E9A51F58F}" destId="{512C80CE-151B-4595-9CF1-900E1F72A0F5}" srcOrd="0" destOrd="0" presId="urn:microsoft.com/office/officeart/2005/8/layout/lProcess1"/>
    <dgm:cxn modelId="{9070D663-8719-4DEF-8516-D96DA9728CBE}" type="presParOf" srcId="{512C80CE-151B-4595-9CF1-900E1F72A0F5}" destId="{9DB43834-1106-46A8-8D14-0EE25C777640}" srcOrd="0" destOrd="0" presId="urn:microsoft.com/office/officeart/2005/8/layout/lProcess1"/>
    <dgm:cxn modelId="{02F5CEA5-CFBA-488B-B3BB-A534FCFE3C5C}" type="presParOf" srcId="{512C80CE-151B-4595-9CF1-900E1F72A0F5}" destId="{7F86BAFE-67C2-47C8-8E70-11A43520027B}" srcOrd="1" destOrd="0" presId="urn:microsoft.com/office/officeart/2005/8/layout/lProcess1"/>
    <dgm:cxn modelId="{17221ECF-31F4-4F20-9C1B-0B3A6AF56E86}" type="presParOf" srcId="{512C80CE-151B-4595-9CF1-900E1F72A0F5}" destId="{C8BC5212-A897-4429-8375-5EDF3FE68417}" srcOrd="2" destOrd="0" presId="urn:microsoft.com/office/officeart/2005/8/layout/lProcess1"/>
    <dgm:cxn modelId="{7F25FA17-D3AD-405E-AAD9-1D4BFEF77879}" type="presParOf" srcId="{512C80CE-151B-4595-9CF1-900E1F72A0F5}" destId="{833AEAF2-142E-44CB-8FB7-705CF4EC7FB9}" srcOrd="3" destOrd="0" presId="urn:microsoft.com/office/officeart/2005/8/layout/lProcess1"/>
    <dgm:cxn modelId="{8A30706C-8355-4681-8289-F16305E38034}" type="presParOf" srcId="{512C80CE-151B-4595-9CF1-900E1F72A0F5}" destId="{D6BFE608-4FE0-43D3-B5BD-860A74950E16}" srcOrd="4" destOrd="0" presId="urn:microsoft.com/office/officeart/2005/8/layout/lProcess1"/>
    <dgm:cxn modelId="{F8F1E16E-E46E-4BF6-ABC0-E6CAED95979F}" type="presParOf" srcId="{512C80CE-151B-4595-9CF1-900E1F72A0F5}" destId="{65D7DEB2-8850-4776-8FD7-68AE15D8BAD2}" srcOrd="5" destOrd="0" presId="urn:microsoft.com/office/officeart/2005/8/layout/lProcess1"/>
    <dgm:cxn modelId="{79A87F7F-1B5A-4EB4-B703-3E7D85B091C5}" type="presParOf" srcId="{512C80CE-151B-4595-9CF1-900E1F72A0F5}" destId="{00DE5F36-982F-49C5-BE6E-E399D6AAE1D6}" srcOrd="6" destOrd="0" presId="urn:microsoft.com/office/officeart/2005/8/layout/lProcess1"/>
    <dgm:cxn modelId="{9CE81C01-4507-4DFC-BA64-46BC26B38069}" type="presParOf" srcId="{512C80CE-151B-4595-9CF1-900E1F72A0F5}" destId="{341CB8C5-33F0-478B-9822-B56698C5DC45}" srcOrd="7" destOrd="0" presId="urn:microsoft.com/office/officeart/2005/8/layout/lProcess1"/>
    <dgm:cxn modelId="{338B977B-6956-4307-8553-2A626B73CEE7}" type="presParOf" srcId="{512C80CE-151B-4595-9CF1-900E1F72A0F5}" destId="{9A856151-A70F-4BC6-A334-F138E77E10B6}" srcOrd="8" destOrd="0" presId="urn:microsoft.com/office/officeart/2005/8/layout/lProcess1"/>
    <dgm:cxn modelId="{B5E950DD-63A4-4BC4-90F4-C8B8799BA207}" type="presParOf" srcId="{512C80CE-151B-4595-9CF1-900E1F72A0F5}" destId="{3AE182D7-0981-4ED5-BBB4-F458FF87EBFB}" srcOrd="9" destOrd="0" presId="urn:microsoft.com/office/officeart/2005/8/layout/lProcess1"/>
    <dgm:cxn modelId="{879EE6AA-C344-405A-9FA1-A25017AF8A73}" type="presParOf" srcId="{512C80CE-151B-4595-9CF1-900E1F72A0F5}" destId="{7A21FFDF-D8C5-4B22-BE96-E6302F16D819}" srcOrd="10" destOrd="0" presId="urn:microsoft.com/office/officeart/2005/8/layout/lProcess1"/>
    <dgm:cxn modelId="{AF9F3971-0B62-4458-94C7-DD375EE07082}" type="presParOf" srcId="{512C80CE-151B-4595-9CF1-900E1F72A0F5}" destId="{8AE0C734-33C9-4261-BF10-17EB8C6DB8B2}" srcOrd="11" destOrd="0" presId="urn:microsoft.com/office/officeart/2005/8/layout/lProcess1"/>
    <dgm:cxn modelId="{D0C29BB7-15D2-4247-B472-F69C5619F262}" type="presParOf" srcId="{512C80CE-151B-4595-9CF1-900E1F72A0F5}" destId="{8F2C20E7-E60A-4392-AC38-C617142C1A15}" srcOrd="12" destOrd="0" presId="urn:microsoft.com/office/officeart/2005/8/layout/lProcess1"/>
    <dgm:cxn modelId="{62FFBA4A-F71A-43F6-ACE5-BC52540B2016}" type="presParOf" srcId="{512C80CE-151B-4595-9CF1-900E1F72A0F5}" destId="{3FBCE499-B4E1-48F1-B1A9-75D92A9321D3}" srcOrd="13" destOrd="0" presId="urn:microsoft.com/office/officeart/2005/8/layout/lProcess1"/>
    <dgm:cxn modelId="{67621E26-FA49-471F-B142-F2DA9F6910F2}" type="presParOf" srcId="{512C80CE-151B-4595-9CF1-900E1F72A0F5}" destId="{ED892690-0ECC-43F3-B5A7-51FADE545715}" srcOrd="14" destOrd="0" presId="urn:microsoft.com/office/officeart/2005/8/layout/lProcess1"/>
    <dgm:cxn modelId="{C89EA4FA-56F6-479A-B989-2B1A5B3382CE}" type="presParOf" srcId="{512C80CE-151B-4595-9CF1-900E1F72A0F5}" destId="{9E755B87-DF50-475F-9741-BF5B2022F68A}" srcOrd="15" destOrd="0" presId="urn:microsoft.com/office/officeart/2005/8/layout/lProcess1"/>
    <dgm:cxn modelId="{F7A0AE3C-8F7C-4171-BA5D-BAF477B2FC67}" type="presParOf" srcId="{512C80CE-151B-4595-9CF1-900E1F72A0F5}" destId="{10D0814A-8F12-44C3-BF9A-3E7FBA21F6F2}" srcOrd="16" destOrd="0" presId="urn:microsoft.com/office/officeart/2005/8/layout/lProcess1"/>
    <dgm:cxn modelId="{8BB9EFC5-0D5B-42E3-85C5-8D171C66BF02}" type="presParOf" srcId="{512C80CE-151B-4595-9CF1-900E1F72A0F5}" destId="{8963BCBA-0B0D-4219-933D-EA6557979257}" srcOrd="17" destOrd="0" presId="urn:microsoft.com/office/officeart/2005/8/layout/lProcess1"/>
    <dgm:cxn modelId="{8F80E47A-BC8C-48B4-903F-0447CD3C0772}" type="presParOf" srcId="{512C80CE-151B-4595-9CF1-900E1F72A0F5}" destId="{48439AB1-A45E-4B96-9324-CADF81B2B86A}" srcOrd="18" destOrd="0" presId="urn:microsoft.com/office/officeart/2005/8/layout/lProcess1"/>
    <dgm:cxn modelId="{85EDDD2F-B89C-4D6F-B0CE-54A63FFC9E66}" type="presParOf" srcId="{22D8E0AF-322E-4A8E-BC3C-6E9E9A51F58F}" destId="{9AFFB732-EA95-4724-8E38-9A5A1D9F3657}" srcOrd="1" destOrd="0" presId="urn:microsoft.com/office/officeart/2005/8/layout/lProcess1"/>
    <dgm:cxn modelId="{C7EADF68-44FF-4A74-84E7-7166268373DA}" type="presParOf" srcId="{22D8E0AF-322E-4A8E-BC3C-6E9E9A51F58F}" destId="{B1443ED3-5E34-456D-8CD9-88B600EDA95F}" srcOrd="2" destOrd="0" presId="urn:microsoft.com/office/officeart/2005/8/layout/lProcess1"/>
    <dgm:cxn modelId="{6897EF98-3F6F-4802-B8BC-77918AE613B9}" type="presParOf" srcId="{B1443ED3-5E34-456D-8CD9-88B600EDA95F}" destId="{9BBCF6CE-E750-48B6-B333-305BBB100737}" srcOrd="0" destOrd="0" presId="urn:microsoft.com/office/officeart/2005/8/layout/lProcess1"/>
    <dgm:cxn modelId="{12146BF4-3EFD-448F-BD0C-9102CE969B0A}" type="presParOf" srcId="{B1443ED3-5E34-456D-8CD9-88B600EDA95F}" destId="{055B992E-969C-4C88-B33E-176C01EE5CF3}" srcOrd="1" destOrd="0" presId="urn:microsoft.com/office/officeart/2005/8/layout/lProcess1"/>
    <dgm:cxn modelId="{A027EA08-50B6-416C-ABFD-B9F2E1CF3325}" type="presParOf" srcId="{B1443ED3-5E34-456D-8CD9-88B600EDA95F}" destId="{0E67F7A0-62C9-4104-ADA1-A8DCD96DA2D8}" srcOrd="2" destOrd="0" presId="urn:microsoft.com/office/officeart/2005/8/layout/lProcess1"/>
    <dgm:cxn modelId="{1ADD6850-1E8D-41FA-9124-8646CD2E9CBE}" type="presParOf" srcId="{B1443ED3-5E34-456D-8CD9-88B600EDA95F}" destId="{490DB18D-0F6F-45ED-9FE4-8DE39318007B}" srcOrd="3" destOrd="0" presId="urn:microsoft.com/office/officeart/2005/8/layout/lProcess1"/>
    <dgm:cxn modelId="{46DDB10A-41EA-4F8D-B70D-551953B922AE}" type="presParOf" srcId="{B1443ED3-5E34-456D-8CD9-88B600EDA95F}" destId="{CA94FD3C-361C-4BBA-9D35-DA0638728D90}" srcOrd="4" destOrd="0" presId="urn:microsoft.com/office/officeart/2005/8/layout/lProcess1"/>
    <dgm:cxn modelId="{32D55004-7897-41EF-B340-94A8F77FC1D3}" type="presParOf" srcId="{B1443ED3-5E34-456D-8CD9-88B600EDA95F}" destId="{C089F077-E607-4ACF-857A-DA240D50AEDF}" srcOrd="5" destOrd="0" presId="urn:microsoft.com/office/officeart/2005/8/layout/lProcess1"/>
    <dgm:cxn modelId="{59026BB9-9519-4D46-B7AB-B1AE569375B4}" type="presParOf" srcId="{B1443ED3-5E34-456D-8CD9-88B600EDA95F}" destId="{9A5E1799-26FB-4959-97AA-0FCC22761318}" srcOrd="6" destOrd="0" presId="urn:microsoft.com/office/officeart/2005/8/layout/lProcess1"/>
    <dgm:cxn modelId="{63A535AD-7F71-465C-8AEB-BDDD6145ADA3}" type="presParOf" srcId="{B1443ED3-5E34-456D-8CD9-88B600EDA95F}" destId="{A904F003-CAB1-4563-8414-4B74FADF400E}" srcOrd="7" destOrd="0" presId="urn:microsoft.com/office/officeart/2005/8/layout/lProcess1"/>
    <dgm:cxn modelId="{B483925A-6BBE-42E9-BB38-1BC1894CBC8D}" type="presParOf" srcId="{B1443ED3-5E34-456D-8CD9-88B600EDA95F}" destId="{274AF662-EE55-4900-AD2E-C1DA6E3830F3}" srcOrd="8" destOrd="0" presId="urn:microsoft.com/office/officeart/2005/8/layout/lProcess1"/>
    <dgm:cxn modelId="{EA985D0B-E516-44A7-9AD7-554E56D62AB3}" type="presParOf" srcId="{22D8E0AF-322E-4A8E-BC3C-6E9E9A51F58F}" destId="{8F2F3A22-7A2A-4EE4-9C5B-70F6E89B9064}" srcOrd="3" destOrd="0" presId="urn:microsoft.com/office/officeart/2005/8/layout/lProcess1"/>
    <dgm:cxn modelId="{34B397EB-1E9D-4E46-8F79-0798FCA73F4A}" type="presParOf" srcId="{22D8E0AF-322E-4A8E-BC3C-6E9E9A51F58F}" destId="{C64F4C64-9C19-489C-89DE-2782A0EBED4F}" srcOrd="4" destOrd="0" presId="urn:microsoft.com/office/officeart/2005/8/layout/lProcess1"/>
    <dgm:cxn modelId="{42076A1C-F0B6-48B9-860F-292C4863DC17}" type="presParOf" srcId="{C64F4C64-9C19-489C-89DE-2782A0EBED4F}" destId="{E9381F77-A434-4268-8491-4E0BF2496F77}" srcOrd="0" destOrd="0" presId="urn:microsoft.com/office/officeart/2005/8/layout/lProcess1"/>
    <dgm:cxn modelId="{484FD2B2-6BFC-4A9D-9794-F5E6EAF14902}" type="presParOf" srcId="{C64F4C64-9C19-489C-89DE-2782A0EBED4F}" destId="{DD00C8CD-401F-4BD0-911C-F2283C953D22}" srcOrd="1" destOrd="0" presId="urn:microsoft.com/office/officeart/2005/8/layout/lProcess1"/>
    <dgm:cxn modelId="{1435E0C1-E863-4F4C-A431-9D7106BEAD3D}" type="presParOf" srcId="{C64F4C64-9C19-489C-89DE-2782A0EBED4F}" destId="{CC7D114B-A6B8-4682-8ED6-564950128EAF}" srcOrd="2" destOrd="0" presId="urn:microsoft.com/office/officeart/2005/8/layout/lProcess1"/>
    <dgm:cxn modelId="{C98D9788-87AC-466A-BF5E-6475762AB645}" type="presParOf" srcId="{C64F4C64-9C19-489C-89DE-2782A0EBED4F}" destId="{952D141E-0AC3-4EF9-8243-F8584B5EA9C9}" srcOrd="3" destOrd="0" presId="urn:microsoft.com/office/officeart/2005/8/layout/lProcess1"/>
    <dgm:cxn modelId="{E1AADF62-FAA4-4664-98C1-71CECF40208C}" type="presParOf" srcId="{C64F4C64-9C19-489C-89DE-2782A0EBED4F}" destId="{08725F1C-D650-4B6E-859B-07F55ADA59F7}" srcOrd="4" destOrd="0" presId="urn:microsoft.com/office/officeart/2005/8/layout/lProcess1"/>
    <dgm:cxn modelId="{F8675292-30C7-488B-A616-FF618CE3BF30}" type="presParOf" srcId="{C64F4C64-9C19-489C-89DE-2782A0EBED4F}" destId="{251ABF3F-412E-480A-86D9-3C2DF9BBAFDD}" srcOrd="5" destOrd="0" presId="urn:microsoft.com/office/officeart/2005/8/layout/lProcess1"/>
    <dgm:cxn modelId="{CD8E937D-9216-4D0B-B5D7-C8632E635B17}" type="presParOf" srcId="{C64F4C64-9C19-489C-89DE-2782A0EBED4F}" destId="{5AC734BE-2FFF-4839-B33E-3C376891D8F7}" srcOrd="6" destOrd="0" presId="urn:microsoft.com/office/officeart/2005/8/layout/lProcess1"/>
    <dgm:cxn modelId="{718FC0DF-0B91-4E35-8D46-85430192F68C}" type="presParOf" srcId="{C64F4C64-9C19-489C-89DE-2782A0EBED4F}" destId="{B0D27BCA-7BAE-48DD-9D50-347DD182D38C}" srcOrd="7" destOrd="0" presId="urn:microsoft.com/office/officeart/2005/8/layout/lProcess1"/>
    <dgm:cxn modelId="{418D3E19-908B-4ECA-80C5-36BFDC5E6FF6}" type="presParOf" srcId="{C64F4C64-9C19-489C-89DE-2782A0EBED4F}" destId="{8948142C-1B4F-404B-8FA0-01D572582F14}" srcOrd="8" destOrd="0" presId="urn:microsoft.com/office/officeart/2005/8/layout/lProcess1"/>
    <dgm:cxn modelId="{7DB0BD79-CE38-4C2E-BF38-40A85C52CB3E}" type="presParOf" srcId="{C64F4C64-9C19-489C-89DE-2782A0EBED4F}" destId="{90816C5B-5A07-4CFA-ADA4-8BC84CCFA89F}" srcOrd="9" destOrd="0" presId="urn:microsoft.com/office/officeart/2005/8/layout/lProcess1"/>
    <dgm:cxn modelId="{697F1663-924D-428B-8F85-E75678FF1E53}" type="presParOf" srcId="{C64F4C64-9C19-489C-89DE-2782A0EBED4F}" destId="{9D2BCB0C-62D9-495C-A278-639DE32789F8}" srcOrd="10" destOrd="0" presId="urn:microsoft.com/office/officeart/2005/8/layout/lProcess1"/>
    <dgm:cxn modelId="{883D9CE1-7D60-4EBE-AC2B-D018A5B2088B}" type="presParOf" srcId="{C64F4C64-9C19-489C-89DE-2782A0EBED4F}" destId="{83B7FB6D-63F5-477F-B8B9-C8513A6E9257}" srcOrd="11" destOrd="0" presId="urn:microsoft.com/office/officeart/2005/8/layout/lProcess1"/>
    <dgm:cxn modelId="{CFD35ECA-DE46-4996-A533-B46E26CE686F}" type="presParOf" srcId="{C64F4C64-9C19-489C-89DE-2782A0EBED4F}" destId="{24D87C81-6569-4EA1-A201-7D5233941020}" srcOrd="12" destOrd="0" presId="urn:microsoft.com/office/officeart/2005/8/layout/lProcess1"/>
    <dgm:cxn modelId="{62AE013B-F8B2-497B-AD95-EB934DE20B35}" type="presParOf" srcId="{22D8E0AF-322E-4A8E-BC3C-6E9E9A51F58F}" destId="{5638024E-437B-4E4D-AFA6-6E4F8A5E6309}" srcOrd="5" destOrd="0" presId="urn:microsoft.com/office/officeart/2005/8/layout/lProcess1"/>
    <dgm:cxn modelId="{2F9118B3-2DB4-4558-9120-56FA4BA259AB}" type="presParOf" srcId="{22D8E0AF-322E-4A8E-BC3C-6E9E9A51F58F}" destId="{7C936133-3B59-4EE9-AA36-B3603005CB2D}" srcOrd="6" destOrd="0" presId="urn:microsoft.com/office/officeart/2005/8/layout/lProcess1"/>
    <dgm:cxn modelId="{10DB64ED-ACB4-4722-AC28-63828A5D8AD0}" type="presParOf" srcId="{7C936133-3B59-4EE9-AA36-B3603005CB2D}" destId="{6099B49D-CAC1-4E2D-A185-6B6673520A82}" srcOrd="0" destOrd="0" presId="urn:microsoft.com/office/officeart/2005/8/layout/lProcess1"/>
    <dgm:cxn modelId="{FB418171-648B-4A70-AB29-4B8FEEBB2169}" type="presParOf" srcId="{7C936133-3B59-4EE9-AA36-B3603005CB2D}" destId="{620A3AC7-D53C-4DB3-87F0-CBD088B28200}" srcOrd="1" destOrd="0" presId="urn:microsoft.com/office/officeart/2005/8/layout/lProcess1"/>
    <dgm:cxn modelId="{916D5889-F182-45F3-93E3-70E08B8D5954}" type="presParOf" srcId="{7C936133-3B59-4EE9-AA36-B3603005CB2D}" destId="{77952510-0181-43D1-9E56-8F42F4C4A1A3}" srcOrd="2" destOrd="0" presId="urn:microsoft.com/office/officeart/2005/8/layout/lProcess1"/>
    <dgm:cxn modelId="{102CD30B-0B8C-4BDB-ADDD-FCA823CC77B1}" type="presParOf" srcId="{7C936133-3B59-4EE9-AA36-B3603005CB2D}" destId="{A4E0D477-65D0-4C8E-82B7-DBE032B47A77}" srcOrd="3" destOrd="0" presId="urn:microsoft.com/office/officeart/2005/8/layout/lProcess1"/>
    <dgm:cxn modelId="{787B4FCB-C592-48CD-821B-40BFC8437989}" type="presParOf" srcId="{7C936133-3B59-4EE9-AA36-B3603005CB2D}" destId="{F20FF415-91A4-4163-AB3F-A76F6323E65A}" srcOrd="4" destOrd="0" presId="urn:microsoft.com/office/officeart/2005/8/layout/lProcess1"/>
    <dgm:cxn modelId="{8859BC18-F044-4B71-923E-16B71BDD7FA8}" type="presParOf" srcId="{7C936133-3B59-4EE9-AA36-B3603005CB2D}" destId="{C99E7CC8-BA8C-4799-96B4-7F4244D04547}" srcOrd="5" destOrd="0" presId="urn:microsoft.com/office/officeart/2005/8/layout/lProcess1"/>
    <dgm:cxn modelId="{A71C846B-9481-4852-9C2A-157C82DE60BD}" type="presParOf" srcId="{7C936133-3B59-4EE9-AA36-B3603005CB2D}" destId="{EE8C1519-8A8F-4957-ADA4-BB6DCB6E02D4}" srcOrd="6" destOrd="0" presId="urn:microsoft.com/office/officeart/2005/8/layout/lProcess1"/>
    <dgm:cxn modelId="{20C20229-14D9-46ED-9010-D2BB31834265}" type="presParOf" srcId="{7C936133-3B59-4EE9-AA36-B3603005CB2D}" destId="{7749FCFD-BA08-4C2B-8C85-053B0221F283}" srcOrd="7" destOrd="0" presId="urn:microsoft.com/office/officeart/2005/8/layout/lProcess1"/>
    <dgm:cxn modelId="{E3B23ECD-5E45-45E4-AE5E-F23A9B67D488}" type="presParOf" srcId="{7C936133-3B59-4EE9-AA36-B3603005CB2D}" destId="{B1E2D232-51B1-49CE-9267-DD770C9A5A1D}" srcOrd="8" destOrd="0" presId="urn:microsoft.com/office/officeart/2005/8/layout/lProcess1"/>
    <dgm:cxn modelId="{95764748-9FDD-4AD1-AFA5-F6BFF98A436F}" type="presParOf" srcId="{22D8E0AF-322E-4A8E-BC3C-6E9E9A51F58F}" destId="{060AB549-A14C-4715-B191-DF000345479C}" srcOrd="7" destOrd="0" presId="urn:microsoft.com/office/officeart/2005/8/layout/lProcess1"/>
    <dgm:cxn modelId="{5F77B3FE-0C69-4159-9F21-D3688E32E1CF}" type="presParOf" srcId="{22D8E0AF-322E-4A8E-BC3C-6E9E9A51F58F}" destId="{CF5CA60B-6F87-4396-860D-89FB2D6EA0A5}" srcOrd="8" destOrd="0" presId="urn:microsoft.com/office/officeart/2005/8/layout/lProcess1"/>
    <dgm:cxn modelId="{9CBCA3F7-E2EA-4B79-B55D-BF45CC982D9B}" type="presParOf" srcId="{CF5CA60B-6F87-4396-860D-89FB2D6EA0A5}" destId="{29BD7540-A2BB-42DD-AA97-F27941F79F18}" srcOrd="0" destOrd="0" presId="urn:microsoft.com/office/officeart/2005/8/layout/lProcess1"/>
    <dgm:cxn modelId="{7660EF1C-CBCD-47D6-9CE7-F7E45C0E9529}" type="presParOf" srcId="{CF5CA60B-6F87-4396-860D-89FB2D6EA0A5}" destId="{31B413C7-910B-47E7-88C3-160DB10D00F1}" srcOrd="1" destOrd="0" presId="urn:microsoft.com/office/officeart/2005/8/layout/lProcess1"/>
    <dgm:cxn modelId="{ACF61B97-BC7B-4CBF-84E4-7A4CB391C3EF}" type="presParOf" srcId="{CF5CA60B-6F87-4396-860D-89FB2D6EA0A5}" destId="{73DBFA1A-3823-4209-9CD6-DBDD456F39FB}" srcOrd="2" destOrd="0" presId="urn:microsoft.com/office/officeart/2005/8/layout/lProcess1"/>
    <dgm:cxn modelId="{0EC1BD2F-576E-499E-9251-2F842E1FA013}" type="presParOf" srcId="{CF5CA60B-6F87-4396-860D-89FB2D6EA0A5}" destId="{E7F7C4A8-2F3A-49BA-B2E4-CF48FCA5D8D8}" srcOrd="3" destOrd="0" presId="urn:microsoft.com/office/officeart/2005/8/layout/lProcess1"/>
    <dgm:cxn modelId="{FBC606DC-BA68-4A19-B434-E257BA990823}" type="presParOf" srcId="{CF5CA60B-6F87-4396-860D-89FB2D6EA0A5}" destId="{5FC48671-9963-4D19-B9E6-9EC4F41AD37F}" srcOrd="4" destOrd="0" presId="urn:microsoft.com/office/officeart/2005/8/layout/lProcess1"/>
    <dgm:cxn modelId="{BAA98A43-AFDF-4FA7-B4D5-82B4594E664D}" type="presParOf" srcId="{CF5CA60B-6F87-4396-860D-89FB2D6EA0A5}" destId="{70184B3D-752F-4C56-B8FA-B06841EF4ACA}" srcOrd="5" destOrd="0" presId="urn:microsoft.com/office/officeart/2005/8/layout/lProcess1"/>
    <dgm:cxn modelId="{C80E4BD3-9136-4D28-BA7B-21AEA1A7FD88}" type="presParOf" srcId="{CF5CA60B-6F87-4396-860D-89FB2D6EA0A5}" destId="{F2C1D884-3C20-4BD5-921A-3FC525D12ABD}" srcOrd="6" destOrd="0" presId="urn:microsoft.com/office/officeart/2005/8/layout/lProcess1"/>
    <dgm:cxn modelId="{63F4F158-CE26-4B89-8944-230ACD6B5382}" type="presParOf" srcId="{CF5CA60B-6F87-4396-860D-89FB2D6EA0A5}" destId="{659A1D33-8174-4164-B8AD-7A3F22BEAD11}" srcOrd="7" destOrd="0" presId="urn:microsoft.com/office/officeart/2005/8/layout/lProcess1"/>
    <dgm:cxn modelId="{A5C109A5-A826-4B90-8BFF-2FD79C51A71D}" type="presParOf" srcId="{CF5CA60B-6F87-4396-860D-89FB2D6EA0A5}" destId="{7D15750F-B05D-4C7F-AE9C-260EC4AB70F3}" srcOrd="8" destOrd="0" presId="urn:microsoft.com/office/officeart/2005/8/layout/lProcess1"/>
    <dgm:cxn modelId="{5A0CF9C8-E9D2-4B3E-BEB2-52D0E2ACC52D}" type="presParOf" srcId="{CF5CA60B-6F87-4396-860D-89FB2D6EA0A5}" destId="{B9F624F8-55F2-4AE8-A88D-D92C3C271215}" srcOrd="9" destOrd="0" presId="urn:microsoft.com/office/officeart/2005/8/layout/lProcess1"/>
    <dgm:cxn modelId="{0FD33EDA-E963-4BAC-A4D1-587872C7C9FF}" type="presParOf" srcId="{CF5CA60B-6F87-4396-860D-89FB2D6EA0A5}" destId="{FB182654-D593-4360-BA1A-9F41BB52317F}" srcOrd="10" destOrd="0" presId="urn:microsoft.com/office/officeart/2005/8/layout/lProcess1"/>
    <dgm:cxn modelId="{20A4F01F-C191-4493-887C-B133B9CE06FE}" type="presParOf" srcId="{CF5CA60B-6F87-4396-860D-89FB2D6EA0A5}" destId="{595FBDC9-4E2E-4AA7-93C6-305CFFE528BB}" srcOrd="11" destOrd="0" presId="urn:microsoft.com/office/officeart/2005/8/layout/lProcess1"/>
    <dgm:cxn modelId="{163A9FD8-EAA7-4019-A327-D241F1534E7E}" type="presParOf" srcId="{CF5CA60B-6F87-4396-860D-89FB2D6EA0A5}" destId="{E4C818C2-B9CF-456F-8A8A-D73EC8E70D69}" srcOrd="12" destOrd="0" presId="urn:microsoft.com/office/officeart/2005/8/layout/lProcess1"/>
    <dgm:cxn modelId="{98DDAFB5-C020-4410-AE62-4A795F5B6C3C}" type="presParOf" srcId="{CF5CA60B-6F87-4396-860D-89FB2D6EA0A5}" destId="{D8228C2C-563B-43D8-9651-0B11234A6637}" srcOrd="13" destOrd="0" presId="urn:microsoft.com/office/officeart/2005/8/layout/lProcess1"/>
    <dgm:cxn modelId="{2B860897-60FE-431B-AF9E-673E7D641764}" type="presParOf" srcId="{CF5CA60B-6F87-4396-860D-89FB2D6EA0A5}" destId="{083B96F5-25C7-414B-9383-43FC73958900}" srcOrd="14" destOrd="0" presId="urn:microsoft.com/office/officeart/2005/8/layout/lProcess1"/>
    <dgm:cxn modelId="{6C294B5B-D155-4A79-A94A-0AF16043CCB0}" type="presParOf" srcId="{22D8E0AF-322E-4A8E-BC3C-6E9E9A51F58F}" destId="{CA52810F-4E5D-4506-B135-E8FE03F4101C}" srcOrd="9" destOrd="0" presId="urn:microsoft.com/office/officeart/2005/8/layout/lProcess1"/>
    <dgm:cxn modelId="{472882B0-DCD1-4ECC-B2F1-9E4A54C1A628}" type="presParOf" srcId="{22D8E0AF-322E-4A8E-BC3C-6E9E9A51F58F}" destId="{31C1B190-5EDB-49F9-A3E8-78520790254D}" srcOrd="10" destOrd="0" presId="urn:microsoft.com/office/officeart/2005/8/layout/lProcess1"/>
    <dgm:cxn modelId="{B65AED18-0A2F-4B2E-B94C-626FEE8076D0}" type="presParOf" srcId="{31C1B190-5EDB-49F9-A3E8-78520790254D}" destId="{449405C7-5CE1-47AE-B3E3-49A4FFAD23B4}" srcOrd="0" destOrd="0" presId="urn:microsoft.com/office/officeart/2005/8/layout/lProcess1"/>
    <dgm:cxn modelId="{08439B78-EAEA-46E5-ABF9-4E3DA474B31F}" type="presParOf" srcId="{31C1B190-5EDB-49F9-A3E8-78520790254D}" destId="{80E7ED24-73E7-49DB-89D8-675EBBF65667}" srcOrd="1" destOrd="0" presId="urn:microsoft.com/office/officeart/2005/8/layout/lProcess1"/>
    <dgm:cxn modelId="{EBFFEA6D-5EA9-49C5-890A-B4A2BD859E76}" type="presParOf" srcId="{31C1B190-5EDB-49F9-A3E8-78520790254D}" destId="{226464CE-15BF-4776-8286-E85D1A4D736D}" srcOrd="2" destOrd="0" presId="urn:microsoft.com/office/officeart/2005/8/layout/lProcess1"/>
    <dgm:cxn modelId="{FC46D622-517E-417D-8D39-FCE56246BB3F}" type="presParOf" srcId="{31C1B190-5EDB-49F9-A3E8-78520790254D}" destId="{A0EF812D-7540-4C5E-BD97-55D8BA4C6B1B}" srcOrd="3" destOrd="0" presId="urn:microsoft.com/office/officeart/2005/8/layout/lProcess1"/>
    <dgm:cxn modelId="{511A4438-8BDF-4293-BED5-B0D93E672BF5}" type="presParOf" srcId="{31C1B190-5EDB-49F9-A3E8-78520790254D}" destId="{D378FE78-6C21-4DC5-A248-A34392B1027F}" srcOrd="4" destOrd="0" presId="urn:microsoft.com/office/officeart/2005/8/layout/lProcess1"/>
    <dgm:cxn modelId="{84ADD693-817A-40ED-861F-4C26C70D883F}" type="presParOf" srcId="{31C1B190-5EDB-49F9-A3E8-78520790254D}" destId="{BD90908C-7340-4BD3-9F41-95943201BF15}" srcOrd="5" destOrd="0" presId="urn:microsoft.com/office/officeart/2005/8/layout/lProcess1"/>
    <dgm:cxn modelId="{8C0E7E13-93BD-44E2-BE33-687B0C61493E}" type="presParOf" srcId="{31C1B190-5EDB-49F9-A3E8-78520790254D}" destId="{9CBB947A-00A2-4C77-99BE-321EE704322D}" srcOrd="6" destOrd="0" presId="urn:microsoft.com/office/officeart/2005/8/layout/lProcess1"/>
    <dgm:cxn modelId="{9009AAAB-A1B1-4B42-A0B4-918894A5054C}" type="presParOf" srcId="{31C1B190-5EDB-49F9-A3E8-78520790254D}" destId="{A4FC908C-308C-422B-82EE-D9EC78361C7A}" srcOrd="7" destOrd="0" presId="urn:microsoft.com/office/officeart/2005/8/layout/lProcess1"/>
    <dgm:cxn modelId="{64A2DD0A-6970-4680-9FAE-294E14C7902F}" type="presParOf" srcId="{31C1B190-5EDB-49F9-A3E8-78520790254D}" destId="{1F21EAE9-449D-4A44-94EB-F48C87196A4B}" srcOrd="8" destOrd="0" presId="urn:microsoft.com/office/officeart/2005/8/layout/lProcess1"/>
    <dgm:cxn modelId="{AD5C7957-8176-4686-89A3-CD270BE274CA}" type="presParOf" srcId="{31C1B190-5EDB-49F9-A3E8-78520790254D}" destId="{1F53D60A-191A-4C36-919D-C51F6073E2AB}" srcOrd="9" destOrd="0" presId="urn:microsoft.com/office/officeart/2005/8/layout/lProcess1"/>
    <dgm:cxn modelId="{B592CCEB-2103-4720-A8A1-E22152501CF3}" type="presParOf" srcId="{31C1B190-5EDB-49F9-A3E8-78520790254D}" destId="{527DDF7A-80A2-497F-B108-251FA25542B3}" srcOrd="10" destOrd="0" presId="urn:microsoft.com/office/officeart/2005/8/layout/lProcess1"/>
    <dgm:cxn modelId="{1BD0CEC4-911A-4785-88A5-2D17EEB55322}" type="presParOf" srcId="{22D8E0AF-322E-4A8E-BC3C-6E9E9A51F58F}" destId="{2CBB0095-5ECD-44A8-9C91-5F2E9EA68264}" srcOrd="11" destOrd="0" presId="urn:microsoft.com/office/officeart/2005/8/layout/lProcess1"/>
    <dgm:cxn modelId="{65AEB98C-7522-4AFC-BB6F-7D74CAC3E4A0}" type="presParOf" srcId="{22D8E0AF-322E-4A8E-BC3C-6E9E9A51F58F}" destId="{3FE5EAD4-58F3-4F4A-BF3A-905E70D60C01}" srcOrd="12" destOrd="0" presId="urn:microsoft.com/office/officeart/2005/8/layout/lProcess1"/>
    <dgm:cxn modelId="{118B3E53-C64B-4345-84EE-CB6B0315CD42}" type="presParOf" srcId="{3FE5EAD4-58F3-4F4A-BF3A-905E70D60C01}" destId="{689CC89A-2639-45B6-9FC3-3B880D4F7A71}" srcOrd="0" destOrd="0" presId="urn:microsoft.com/office/officeart/2005/8/layout/lProcess1"/>
    <dgm:cxn modelId="{05987438-C2B5-49E8-AB67-88F0EC078A44}" type="presParOf" srcId="{3FE5EAD4-58F3-4F4A-BF3A-905E70D60C01}" destId="{5249BB87-C15C-48F3-B24D-9529A338B709}" srcOrd="1" destOrd="0" presId="urn:microsoft.com/office/officeart/2005/8/layout/lProcess1"/>
    <dgm:cxn modelId="{6EEC7BCB-214B-4E0D-AB7C-431DE7D171A7}" type="presParOf" srcId="{3FE5EAD4-58F3-4F4A-BF3A-905E70D60C01}" destId="{E9C78953-BEF6-4C7B-890E-4D93899D6059}" srcOrd="2" destOrd="0" presId="urn:microsoft.com/office/officeart/2005/8/layout/lProcess1"/>
    <dgm:cxn modelId="{3F85610B-9AE6-4AA5-B105-124179C11249}" type="presParOf" srcId="{3FE5EAD4-58F3-4F4A-BF3A-905E70D60C01}" destId="{36E9807E-A153-4F69-886D-2E3C5D1883CE}" srcOrd="3" destOrd="0" presId="urn:microsoft.com/office/officeart/2005/8/layout/lProcess1"/>
    <dgm:cxn modelId="{0C53E344-A9A6-4946-A458-92EC9BCB2E44}" type="presParOf" srcId="{3FE5EAD4-58F3-4F4A-BF3A-905E70D60C01}" destId="{AAD7B3EF-3378-4CF8-9784-46C724508D96}" srcOrd="4" destOrd="0" presId="urn:microsoft.com/office/officeart/2005/8/layout/lProcess1"/>
    <dgm:cxn modelId="{C52DB24D-D8B3-4D08-A674-FCD4478322BE}" type="presParOf" srcId="{3FE5EAD4-58F3-4F4A-BF3A-905E70D60C01}" destId="{B2ECC9C4-80A0-48CA-AD25-3C78761078D6}" srcOrd="5" destOrd="0" presId="urn:microsoft.com/office/officeart/2005/8/layout/lProcess1"/>
    <dgm:cxn modelId="{CA6BD93E-9B8C-4F40-9BE5-0F892A154EAA}" type="presParOf" srcId="{3FE5EAD4-58F3-4F4A-BF3A-905E70D60C01}" destId="{A63377B7-A72D-4375-9BF0-96FFA35432AD}" srcOrd="6" destOrd="0" presId="urn:microsoft.com/office/officeart/2005/8/layout/lProcess1"/>
    <dgm:cxn modelId="{16760691-7162-428C-B9D7-CE60C31B9EAC}" type="presParOf" srcId="{3FE5EAD4-58F3-4F4A-BF3A-905E70D60C01}" destId="{2881561F-4323-460D-80B6-E3CEA6FC425C}" srcOrd="7" destOrd="0" presId="urn:microsoft.com/office/officeart/2005/8/layout/lProcess1"/>
    <dgm:cxn modelId="{4CB8E0EE-9799-4B61-83F5-5763AFEA9B42}" type="presParOf" srcId="{3FE5EAD4-58F3-4F4A-BF3A-905E70D60C01}" destId="{89E846B7-CEC9-448C-A649-25D67345A0FC}" srcOrd="8" destOrd="0" presId="urn:microsoft.com/office/officeart/2005/8/layout/lProcess1"/>
    <dgm:cxn modelId="{56D94929-9633-4E96-BA93-56BE8860A08F}" type="presParOf" srcId="{3FE5EAD4-58F3-4F4A-BF3A-905E70D60C01}" destId="{E261B934-EC33-4234-A11B-8ACA6EC4784C}" srcOrd="9" destOrd="0" presId="urn:microsoft.com/office/officeart/2005/8/layout/lProcess1"/>
    <dgm:cxn modelId="{DCB5A756-2376-4C79-B556-4FDEF139BC08}" type="presParOf" srcId="{3FE5EAD4-58F3-4F4A-BF3A-905E70D60C01}" destId="{86BF05CB-410F-4385-BC41-103F5BEBCFAA}" srcOrd="10" destOrd="0" presId="urn:microsoft.com/office/officeart/2005/8/layout/lProcess1"/>
    <dgm:cxn modelId="{215DD80F-6064-49B2-953D-40562470FB24}" type="presParOf" srcId="{3FE5EAD4-58F3-4F4A-BF3A-905E70D60C01}" destId="{81FE9680-FE51-47B6-AE6E-28D5BC257324}" srcOrd="11" destOrd="0" presId="urn:microsoft.com/office/officeart/2005/8/layout/lProcess1"/>
    <dgm:cxn modelId="{26FE96C9-4E39-4F40-90D6-12910524FB11}" type="presParOf" srcId="{3FE5EAD4-58F3-4F4A-BF3A-905E70D60C01}" destId="{A686F73B-85F1-4823-B06D-E13829BF1834}" srcOrd="12" destOrd="0" presId="urn:microsoft.com/office/officeart/2005/8/layout/lProcess1"/>
    <dgm:cxn modelId="{1F25E799-1789-433E-9016-4D85D990512D}" type="presParOf" srcId="{3FE5EAD4-58F3-4F4A-BF3A-905E70D60C01}" destId="{B4159A4D-0EC4-4154-9F38-E1A52644B446}" srcOrd="13" destOrd="0" presId="urn:microsoft.com/office/officeart/2005/8/layout/lProcess1"/>
    <dgm:cxn modelId="{F734A1EA-B1C9-4F1B-A5C6-F89D2262C9DD}" type="presParOf" srcId="{3FE5EAD4-58F3-4F4A-BF3A-905E70D60C01}" destId="{5C68D6F0-8CF1-4620-9F08-0EFF055FD5E4}" srcOrd="14" destOrd="0" presId="urn:microsoft.com/office/officeart/2005/8/layout/lProcess1"/>
    <dgm:cxn modelId="{B57905B2-15A4-4DC1-A4EC-AFF2366C6120}" type="presParOf" srcId="{22D8E0AF-322E-4A8E-BC3C-6E9E9A51F58F}" destId="{47CE6898-46F4-4073-BD45-1B3E3888BB59}" srcOrd="13" destOrd="0" presId="urn:microsoft.com/office/officeart/2005/8/layout/lProcess1"/>
    <dgm:cxn modelId="{AD4E4C43-2F1C-44A4-A86D-17A9F72EAA22}" type="presParOf" srcId="{22D8E0AF-322E-4A8E-BC3C-6E9E9A51F58F}" destId="{B8581C80-1185-47BF-A468-98AE905C3B83}" srcOrd="14" destOrd="0" presId="urn:microsoft.com/office/officeart/2005/8/layout/lProcess1"/>
    <dgm:cxn modelId="{F54CDF21-49DE-41F7-A1B5-B5453C6B031B}" type="presParOf" srcId="{B8581C80-1185-47BF-A468-98AE905C3B83}" destId="{1AC4D9E4-532B-459F-B4DB-5246D0EACB8A}" srcOrd="0" destOrd="0" presId="urn:microsoft.com/office/officeart/2005/8/layout/lProcess1"/>
    <dgm:cxn modelId="{05087591-6EDE-427C-AF4A-6DD52C5D73C8}" type="presParOf" srcId="{B8581C80-1185-47BF-A468-98AE905C3B83}" destId="{0CC6EF0D-96BD-4BE3-9DCE-4EE3BD307B5A}" srcOrd="1" destOrd="0" presId="urn:microsoft.com/office/officeart/2005/8/layout/lProcess1"/>
    <dgm:cxn modelId="{2BF135A2-E4DF-4737-B996-EF72B9FD011C}" type="presParOf" srcId="{B8581C80-1185-47BF-A468-98AE905C3B83}" destId="{ED4858D1-A498-4EB7-A1E6-74689C9DE659}" srcOrd="2" destOrd="0" presId="urn:microsoft.com/office/officeart/2005/8/layout/lProcess1"/>
    <dgm:cxn modelId="{A382A8C5-A34A-4FFC-AFAA-EF34E3CC2BD9}" type="presParOf" srcId="{B8581C80-1185-47BF-A468-98AE905C3B83}" destId="{2D6A9C2A-C22D-4DAF-B8A4-CA492B91546B}" srcOrd="3" destOrd="0" presId="urn:microsoft.com/office/officeart/2005/8/layout/lProcess1"/>
    <dgm:cxn modelId="{DE89AE2A-F157-49B9-BA9D-968C12E83630}" type="presParOf" srcId="{B8581C80-1185-47BF-A468-98AE905C3B83}" destId="{E86B3CD8-F4D0-45ED-B86C-A38B022A798B}" srcOrd="4" destOrd="0" presId="urn:microsoft.com/office/officeart/2005/8/layout/lProcess1"/>
    <dgm:cxn modelId="{E716E0EA-DA5C-4C4E-B575-C7B565F9C4C6}" type="presParOf" srcId="{B8581C80-1185-47BF-A468-98AE905C3B83}" destId="{ED8E6BE7-6B26-4BB9-9764-A1979AF740DB}" srcOrd="5" destOrd="0" presId="urn:microsoft.com/office/officeart/2005/8/layout/lProcess1"/>
    <dgm:cxn modelId="{F433AACA-A76E-4977-9EA3-859898BF5597}" type="presParOf" srcId="{B8581C80-1185-47BF-A468-98AE905C3B83}" destId="{D2F04C25-DF11-4BF1-8F12-356D65A8A5CF}" srcOrd="6" destOrd="0" presId="urn:microsoft.com/office/officeart/2005/8/layout/lProcess1"/>
    <dgm:cxn modelId="{AA0E4F70-282A-46DA-9287-BCC77DE978C1}" type="presParOf" srcId="{B8581C80-1185-47BF-A468-98AE905C3B83}" destId="{E12CE121-61FA-41CC-9881-F136EF75C62C}" srcOrd="7" destOrd="0" presId="urn:microsoft.com/office/officeart/2005/8/layout/lProcess1"/>
    <dgm:cxn modelId="{518FF0F6-DC24-4EF3-8340-2A89A7CA8EE2}" type="presParOf" srcId="{B8581C80-1185-47BF-A468-98AE905C3B83}" destId="{6C9135D4-7644-4143-9F35-731756703A55}" srcOrd="8" destOrd="0" presId="urn:microsoft.com/office/officeart/2005/8/layout/lProcess1"/>
    <dgm:cxn modelId="{66EBD2F3-F54E-4940-8932-44E26D4EBA6B}" type="presParOf" srcId="{B8581C80-1185-47BF-A468-98AE905C3B83}" destId="{E364FBCA-669D-491E-B56E-4CB6B6B8EA96}" srcOrd="9" destOrd="0" presId="urn:microsoft.com/office/officeart/2005/8/layout/lProcess1"/>
    <dgm:cxn modelId="{4D155E04-C53B-4B66-8028-9451BF1F0F93}" type="presParOf" srcId="{B8581C80-1185-47BF-A468-98AE905C3B83}" destId="{9B40E273-15B4-470E-B68D-5C0159B7692F}" srcOrd="10" destOrd="0" presId="urn:microsoft.com/office/officeart/2005/8/layout/lProcess1"/>
    <dgm:cxn modelId="{82729C6E-B995-4D8F-A65D-3BF9C42109A0}" type="presParOf" srcId="{B8581C80-1185-47BF-A468-98AE905C3B83}" destId="{26EE2846-1AE9-42FB-BE30-D2962E9A0A7F}" srcOrd="11" destOrd="0" presId="urn:microsoft.com/office/officeart/2005/8/layout/lProcess1"/>
    <dgm:cxn modelId="{D6CE95CD-D723-40AB-87DF-E8D5069D8E9D}" type="presParOf" srcId="{B8581C80-1185-47BF-A468-98AE905C3B83}" destId="{742B4EF6-31F6-4EE7-95EA-7A6B6D178455}" srcOrd="12" destOrd="0" presId="urn:microsoft.com/office/officeart/2005/8/layout/lProcess1"/>
    <dgm:cxn modelId="{B1AB06A6-7BC4-43C8-8B75-81BE6307AA54}" type="presParOf" srcId="{22D8E0AF-322E-4A8E-BC3C-6E9E9A51F58F}" destId="{4FDC05E4-ED88-4318-94B2-0AB7E986942F}" srcOrd="15" destOrd="0" presId="urn:microsoft.com/office/officeart/2005/8/layout/lProcess1"/>
    <dgm:cxn modelId="{42C04A5C-2B5F-40D0-AE1D-EEFDB187F558}" type="presParOf" srcId="{22D8E0AF-322E-4A8E-BC3C-6E9E9A51F58F}" destId="{279C1A3F-D0AE-42AB-8507-044CAC81ACE7}" srcOrd="16" destOrd="0" presId="urn:microsoft.com/office/officeart/2005/8/layout/lProcess1"/>
    <dgm:cxn modelId="{BE996A42-52FB-4B13-B4BF-50CD51D054F9}" type="presParOf" srcId="{279C1A3F-D0AE-42AB-8507-044CAC81ACE7}" destId="{963557AE-AAA9-42B7-99BB-C17341FAF9A6}" srcOrd="0" destOrd="0" presId="urn:microsoft.com/office/officeart/2005/8/layout/lProcess1"/>
    <dgm:cxn modelId="{92B7C178-A75A-40F3-898C-A5AE92061D7D}" type="presParOf" srcId="{279C1A3F-D0AE-42AB-8507-044CAC81ACE7}" destId="{4314F5B6-102B-42AB-B88A-201969BA4E8E}" srcOrd="1" destOrd="0" presId="urn:microsoft.com/office/officeart/2005/8/layout/lProcess1"/>
    <dgm:cxn modelId="{8FD129B9-03C8-4E4C-A4C5-0E9199CCE3EB}" type="presParOf" srcId="{279C1A3F-D0AE-42AB-8507-044CAC81ACE7}" destId="{E35FF18E-286C-4204-A015-FFAB918D32F2}" srcOrd="2" destOrd="0" presId="urn:microsoft.com/office/officeart/2005/8/layout/lProcess1"/>
    <dgm:cxn modelId="{0C268648-E8B0-4F27-B1A6-C59DD9B67999}" type="presParOf" srcId="{279C1A3F-D0AE-42AB-8507-044CAC81ACE7}" destId="{42019143-3D9B-41F2-B855-91505143BC50}" srcOrd="3" destOrd="0" presId="urn:microsoft.com/office/officeart/2005/8/layout/lProcess1"/>
    <dgm:cxn modelId="{CF3B6D6E-D08C-4401-9B71-B8038E90BC87}" type="presParOf" srcId="{279C1A3F-D0AE-42AB-8507-044CAC81ACE7}" destId="{F75B8EB6-21C6-4F00-8FDB-C6B1C9F9D83E}" srcOrd="4" destOrd="0" presId="urn:microsoft.com/office/officeart/2005/8/layout/lProcess1"/>
    <dgm:cxn modelId="{EBC4F94F-622A-4D1C-84E5-81232E75A7B2}" type="presParOf" srcId="{279C1A3F-D0AE-42AB-8507-044CAC81ACE7}" destId="{B0DD73A4-DC07-4699-AB1C-86B1B643CD1C}" srcOrd="5" destOrd="0" presId="urn:microsoft.com/office/officeart/2005/8/layout/lProcess1"/>
    <dgm:cxn modelId="{9295243E-7E78-495C-B2B6-4FC4D1E18364}" type="presParOf" srcId="{279C1A3F-D0AE-42AB-8507-044CAC81ACE7}" destId="{C986F8FA-0D82-4667-87E7-563BEF730446}" srcOrd="6" destOrd="0" presId="urn:microsoft.com/office/officeart/2005/8/layout/lProcess1"/>
    <dgm:cxn modelId="{723A9608-3CA1-4B8D-9467-B1FAD736DB6C}" type="presParOf" srcId="{279C1A3F-D0AE-42AB-8507-044CAC81ACE7}" destId="{D67B0BC6-2A08-4CD6-AA13-4C3F08509B4C}" srcOrd="7" destOrd="0" presId="urn:microsoft.com/office/officeart/2005/8/layout/lProcess1"/>
    <dgm:cxn modelId="{EF72104B-FB05-479E-85CB-D64650757F4F}" type="presParOf" srcId="{279C1A3F-D0AE-42AB-8507-044CAC81ACE7}" destId="{967AD72E-F6FC-41C5-B2BE-A23CCB4E7E5A}" srcOrd="8" destOrd="0" presId="urn:microsoft.com/office/officeart/2005/8/layout/lProcess1"/>
    <dgm:cxn modelId="{84670403-430B-415F-8266-71C6B5282B0A}" type="presParOf" srcId="{279C1A3F-D0AE-42AB-8507-044CAC81ACE7}" destId="{AA1D7B21-D016-44B4-B435-48FFA30ACAA1}" srcOrd="9" destOrd="0" presId="urn:microsoft.com/office/officeart/2005/8/layout/lProcess1"/>
    <dgm:cxn modelId="{F8ECD1E0-3A66-4D14-9438-234C1D73A808}" type="presParOf" srcId="{279C1A3F-D0AE-42AB-8507-044CAC81ACE7}" destId="{BABF14D2-634F-4652-B44E-9E916AA43555}" srcOrd="10" destOrd="0" presId="urn:microsoft.com/office/officeart/2005/8/layout/lProcess1"/>
    <dgm:cxn modelId="{49F4CD87-3A2C-4E59-B00E-90CC8EAD7B6D}" type="presParOf" srcId="{279C1A3F-D0AE-42AB-8507-044CAC81ACE7}" destId="{C9B9ADE7-9B42-4CAA-A961-9271B15066E1}" srcOrd="11" destOrd="0" presId="urn:microsoft.com/office/officeart/2005/8/layout/lProcess1"/>
    <dgm:cxn modelId="{3E1B9E54-C04D-4817-A901-295D85001759}" type="presParOf" srcId="{279C1A3F-D0AE-42AB-8507-044CAC81ACE7}" destId="{7CCB9ADC-8549-41CA-ABF9-BC7A1E4CB28C}" srcOrd="12" destOrd="0" presId="urn:microsoft.com/office/officeart/2005/8/layout/lProcess1"/>
    <dgm:cxn modelId="{EB8563C2-CC36-4320-B6FB-67C5E5374C51}" type="presParOf" srcId="{279C1A3F-D0AE-42AB-8507-044CAC81ACE7}" destId="{3C9E7989-54F8-49BB-83EF-97F290DBF414}" srcOrd="13" destOrd="0" presId="urn:microsoft.com/office/officeart/2005/8/layout/lProcess1"/>
    <dgm:cxn modelId="{6756E5FE-E0DB-4B52-99C5-C343EC1914AD}" type="presParOf" srcId="{279C1A3F-D0AE-42AB-8507-044CAC81ACE7}" destId="{A23D95F5-3F91-4637-AC92-782AEAAE432F}" srcOrd="1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B4A49-F288-4F94-B88D-62DC43AC1C61}">
      <dsp:nvSpPr>
        <dsp:cNvPr id="0" name=""/>
        <dsp:cNvSpPr/>
      </dsp:nvSpPr>
      <dsp:spPr>
        <a:xfrm>
          <a:off x="4999" y="758755"/>
          <a:ext cx="1916379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Scenario 1</a:t>
          </a:r>
        </a:p>
      </dsp:txBody>
      <dsp:txXfrm>
        <a:off x="4999" y="758755"/>
        <a:ext cx="1916379" cy="748800"/>
      </dsp:txXfrm>
    </dsp:sp>
    <dsp:sp modelId="{5B0581CC-1AB2-417D-AD90-C5AB17D5FBC1}">
      <dsp:nvSpPr>
        <dsp:cNvPr id="0" name=""/>
        <dsp:cNvSpPr/>
      </dsp:nvSpPr>
      <dsp:spPr>
        <a:xfrm>
          <a:off x="4999" y="1507555"/>
          <a:ext cx="1916379" cy="2821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National Instrument cup split in 3 </a:t>
          </a:r>
          <a:r>
            <a:rPr lang="fr-FR" sz="2600" kern="1200" dirty="0" err="1"/>
            <a:t>turns</a:t>
          </a:r>
          <a:endParaRPr lang="fr-FR" sz="2600" kern="1200" dirty="0"/>
        </a:p>
      </dsp:txBody>
      <dsp:txXfrm>
        <a:off x="4999" y="1507555"/>
        <a:ext cx="1916379" cy="2821345"/>
      </dsp:txXfrm>
    </dsp:sp>
    <dsp:sp modelId="{79B77C4A-6DC9-4812-99C7-2253D699A3E8}">
      <dsp:nvSpPr>
        <dsp:cNvPr id="0" name=""/>
        <dsp:cNvSpPr/>
      </dsp:nvSpPr>
      <dsp:spPr>
        <a:xfrm>
          <a:off x="2189672" y="758755"/>
          <a:ext cx="1916379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Scenario 2</a:t>
          </a:r>
        </a:p>
      </dsp:txBody>
      <dsp:txXfrm>
        <a:off x="2189672" y="758755"/>
        <a:ext cx="1916379" cy="748800"/>
      </dsp:txXfrm>
    </dsp:sp>
    <dsp:sp modelId="{6FC47FFF-9C27-4DFC-9803-558870AB87A0}">
      <dsp:nvSpPr>
        <dsp:cNvPr id="0" name=""/>
        <dsp:cNvSpPr/>
      </dsp:nvSpPr>
      <dsp:spPr>
        <a:xfrm>
          <a:off x="2189672" y="1507555"/>
          <a:ext cx="1916379" cy="2821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Raspberry pi box: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Speaker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LCD Screen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Live </a:t>
          </a:r>
          <a:r>
            <a:rPr lang="fr-FR" sz="2600" kern="1200" dirty="0" err="1"/>
            <a:t>video</a:t>
          </a:r>
          <a:endParaRPr lang="fr-FR" sz="2600" kern="1200" dirty="0"/>
        </a:p>
      </dsp:txBody>
      <dsp:txXfrm>
        <a:off x="2189672" y="1507555"/>
        <a:ext cx="1916379" cy="2821345"/>
      </dsp:txXfrm>
    </dsp:sp>
    <dsp:sp modelId="{959A0E5C-67EB-42E8-88BB-F029A854AE96}">
      <dsp:nvSpPr>
        <dsp:cNvPr id="0" name=""/>
        <dsp:cNvSpPr/>
      </dsp:nvSpPr>
      <dsp:spPr>
        <a:xfrm>
          <a:off x="4374345" y="758755"/>
          <a:ext cx="1916379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Scenario 3</a:t>
          </a:r>
        </a:p>
      </dsp:txBody>
      <dsp:txXfrm>
        <a:off x="4374345" y="758755"/>
        <a:ext cx="1916379" cy="748800"/>
      </dsp:txXfrm>
    </dsp:sp>
    <dsp:sp modelId="{A3B567B2-8C75-4EE8-8CCB-DE9A8E1B80EC}">
      <dsp:nvSpPr>
        <dsp:cNvPr id="0" name=""/>
        <dsp:cNvSpPr/>
      </dsp:nvSpPr>
      <dsp:spPr>
        <a:xfrm>
          <a:off x="4374345" y="1507555"/>
          <a:ext cx="1916379" cy="2821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 err="1"/>
            <a:t>Navigate</a:t>
          </a:r>
          <a:r>
            <a:rPr lang="fr-FR" sz="2600" kern="1200" dirty="0"/>
            <a:t> and </a:t>
          </a:r>
          <a:r>
            <a:rPr lang="fr-FR" sz="2600" kern="1200" dirty="0" err="1"/>
            <a:t>avoid</a:t>
          </a:r>
          <a:r>
            <a:rPr lang="fr-FR" sz="2600" kern="1200" dirty="0"/>
            <a:t> obstacles </a:t>
          </a:r>
          <a:r>
            <a:rPr lang="fr-FR" sz="2600" kern="1200" dirty="0" err="1"/>
            <a:t>with</a:t>
          </a:r>
          <a:r>
            <a:rPr lang="fr-FR" sz="2600" kern="1200" dirty="0"/>
            <a:t> lidar</a:t>
          </a:r>
        </a:p>
      </dsp:txBody>
      <dsp:txXfrm>
        <a:off x="4374345" y="1507555"/>
        <a:ext cx="1916379" cy="2821345"/>
      </dsp:txXfrm>
    </dsp:sp>
    <dsp:sp modelId="{4D6CACFE-A423-42B6-8EBC-B0FEF794CEF7}">
      <dsp:nvSpPr>
        <dsp:cNvPr id="0" name=""/>
        <dsp:cNvSpPr/>
      </dsp:nvSpPr>
      <dsp:spPr>
        <a:xfrm>
          <a:off x="6559018" y="758755"/>
          <a:ext cx="1916379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Scenario 4</a:t>
          </a:r>
        </a:p>
      </dsp:txBody>
      <dsp:txXfrm>
        <a:off x="6559018" y="758755"/>
        <a:ext cx="1916379" cy="748800"/>
      </dsp:txXfrm>
    </dsp:sp>
    <dsp:sp modelId="{46C50EEC-486F-4B72-BE38-F4CDC1D64D4C}">
      <dsp:nvSpPr>
        <dsp:cNvPr id="0" name=""/>
        <dsp:cNvSpPr/>
      </dsp:nvSpPr>
      <dsp:spPr>
        <a:xfrm>
          <a:off x="6559018" y="1507555"/>
          <a:ext cx="1916379" cy="2821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Water Pong </a:t>
          </a:r>
          <a:r>
            <a:rPr lang="fr-FR" sz="2600" kern="1200" dirty="0" err="1"/>
            <a:t>with</a:t>
          </a:r>
          <a:r>
            <a:rPr lang="fr-FR" sz="2600" kern="1200" dirty="0"/>
            <a:t> lidar &amp; </a:t>
          </a:r>
          <a:r>
            <a:rPr lang="fr-FR" sz="2600" kern="1200" dirty="0" err="1"/>
            <a:t>thrower</a:t>
          </a:r>
          <a:endParaRPr lang="fr-FR" sz="2600" kern="1200" dirty="0"/>
        </a:p>
      </dsp:txBody>
      <dsp:txXfrm>
        <a:off x="6559018" y="1507555"/>
        <a:ext cx="1916379" cy="2821345"/>
      </dsp:txXfrm>
    </dsp:sp>
    <dsp:sp modelId="{0D11CC42-4549-4A4F-83E3-647A70711076}">
      <dsp:nvSpPr>
        <dsp:cNvPr id="0" name=""/>
        <dsp:cNvSpPr/>
      </dsp:nvSpPr>
      <dsp:spPr>
        <a:xfrm>
          <a:off x="8743690" y="758755"/>
          <a:ext cx="1916379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Scenario 5</a:t>
          </a:r>
        </a:p>
      </dsp:txBody>
      <dsp:txXfrm>
        <a:off x="8743690" y="758755"/>
        <a:ext cx="1916379" cy="748800"/>
      </dsp:txXfrm>
    </dsp:sp>
    <dsp:sp modelId="{30B9CECD-4FA6-41D0-B153-8DAC766A0258}">
      <dsp:nvSpPr>
        <dsp:cNvPr id="0" name=""/>
        <dsp:cNvSpPr/>
      </dsp:nvSpPr>
      <dsp:spPr>
        <a:xfrm>
          <a:off x="8743690" y="1507555"/>
          <a:ext cx="1916379" cy="2821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600" kern="1200" dirty="0"/>
            <a:t>Target Robot </a:t>
          </a:r>
          <a:r>
            <a:rPr lang="fr-FR" sz="2600" kern="1200" dirty="0" err="1"/>
            <a:t>with</a:t>
          </a:r>
          <a:r>
            <a:rPr lang="fr-FR" sz="2600" kern="1200" dirty="0"/>
            <a:t> </a:t>
          </a:r>
          <a:r>
            <a:rPr lang="fr-FR" sz="2600" kern="1200" dirty="0" err="1"/>
            <a:t>thrower</a:t>
          </a:r>
          <a:endParaRPr lang="fr-FR" sz="2600" kern="1200" dirty="0"/>
        </a:p>
      </dsp:txBody>
      <dsp:txXfrm>
        <a:off x="8743690" y="1507555"/>
        <a:ext cx="1916379" cy="2821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D889-0B7D-4807-A85A-139CCFD857CD}">
      <dsp:nvSpPr>
        <dsp:cNvPr id="0" name=""/>
        <dsp:cNvSpPr/>
      </dsp:nvSpPr>
      <dsp:spPr>
        <a:xfrm>
          <a:off x="8" y="68865"/>
          <a:ext cx="1931469" cy="1024939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523" t="-23426" r="8523" b="-24574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C8B9536-67B2-4398-A8DA-D80E9E0FF154}">
      <dsp:nvSpPr>
        <dsp:cNvPr id="0" name=""/>
        <dsp:cNvSpPr/>
      </dsp:nvSpPr>
      <dsp:spPr>
        <a:xfrm>
          <a:off x="316596" y="614963"/>
          <a:ext cx="1931469" cy="102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 err="1"/>
            <a:t>Working</a:t>
          </a:r>
          <a:r>
            <a:rPr lang="fr-FR" sz="1200" kern="1200" dirty="0"/>
            <a:t> but </a:t>
          </a:r>
          <a:r>
            <a:rPr lang="fr-FR" sz="1200" kern="1200" dirty="0" err="1"/>
            <a:t>too</a:t>
          </a:r>
          <a:r>
            <a:rPr lang="fr-FR" sz="1200" kern="1200" dirty="0"/>
            <a:t> </a:t>
          </a:r>
          <a:r>
            <a:rPr lang="fr-FR" sz="1200" kern="1200" dirty="0" err="1"/>
            <a:t>heavy</a:t>
          </a:r>
          <a:r>
            <a:rPr lang="fr-FR" sz="1200" kern="1200" dirty="0"/>
            <a:t> </a:t>
          </a:r>
        </a:p>
      </dsp:txBody>
      <dsp:txXfrm>
        <a:off x="346615" y="644982"/>
        <a:ext cx="1871431" cy="964901"/>
      </dsp:txXfrm>
    </dsp:sp>
    <dsp:sp modelId="{DF5FF021-6173-4F87-A4B3-9B9A5E60B5F9}">
      <dsp:nvSpPr>
        <dsp:cNvPr id="0" name=""/>
        <dsp:cNvSpPr/>
      </dsp:nvSpPr>
      <dsp:spPr>
        <a:xfrm rot="21521010">
          <a:off x="2304228" y="314238"/>
          <a:ext cx="372899" cy="464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304243" y="408344"/>
        <a:ext cx="261029" cy="278463"/>
      </dsp:txXfrm>
    </dsp:sp>
    <dsp:sp modelId="{FA259CC7-2690-4CF6-B2B1-127E4E6C462A}">
      <dsp:nvSpPr>
        <dsp:cNvPr id="0" name=""/>
        <dsp:cNvSpPr/>
      </dsp:nvSpPr>
      <dsp:spPr>
        <a:xfrm>
          <a:off x="2996622" y="0"/>
          <a:ext cx="1931469" cy="10249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F1720E-A505-4830-91B7-42815D4E0E42}">
      <dsp:nvSpPr>
        <dsp:cNvPr id="0" name=""/>
        <dsp:cNvSpPr/>
      </dsp:nvSpPr>
      <dsp:spPr>
        <a:xfrm>
          <a:off x="3311047" y="614963"/>
          <a:ext cx="1931469" cy="102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New printing </a:t>
          </a:r>
          <a:r>
            <a:rPr lang="fr-FR" sz="1200" kern="1200" dirty="0">
              <a:sym typeface="Wingdings" panose="05000000000000000000" pitchFamily="2" charset="2"/>
            </a:rPr>
            <a:t> </a:t>
          </a:r>
          <a:r>
            <a:rPr lang="fr-FR" sz="1200" kern="1200" dirty="0" err="1">
              <a:sym typeface="Wingdings" panose="05000000000000000000" pitchFamily="2" charset="2"/>
            </a:rPr>
            <a:t>Lighter</a:t>
          </a:r>
          <a:r>
            <a:rPr lang="fr-FR" sz="1200" kern="1200" dirty="0">
              <a:sym typeface="Wingdings" panose="05000000000000000000" pitchFamily="2" charset="2"/>
            </a:rPr>
            <a:t> &amp; </a:t>
          </a:r>
          <a:r>
            <a:rPr lang="fr-FR" sz="1200" kern="1200" dirty="0" err="1">
              <a:sym typeface="Wingdings" panose="05000000000000000000" pitchFamily="2" charset="2"/>
            </a:rPr>
            <a:t>stronger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New </a:t>
          </a:r>
          <a:r>
            <a:rPr lang="fr-FR" sz="1200" kern="1200" dirty="0" err="1"/>
            <a:t>attachment</a:t>
          </a:r>
          <a:r>
            <a:rPr lang="fr-FR" sz="1200" kern="1200" dirty="0"/>
            <a:t> </a:t>
          </a:r>
          <a:r>
            <a:rPr lang="fr-FR" sz="1200" kern="1200" dirty="0">
              <a:sym typeface="Wingdings" panose="05000000000000000000" pitchFamily="2" charset="2"/>
            </a:rPr>
            <a:t> </a:t>
          </a:r>
          <a:r>
            <a:rPr lang="fr-FR" sz="1200" kern="1200" dirty="0" err="1">
              <a:sym typeface="Wingdings" panose="05000000000000000000" pitchFamily="2" charset="2"/>
            </a:rPr>
            <a:t>stronger</a:t>
          </a:r>
          <a:endParaRPr lang="fr-FR" sz="1200" kern="1200" dirty="0"/>
        </a:p>
      </dsp:txBody>
      <dsp:txXfrm>
        <a:off x="3341066" y="644982"/>
        <a:ext cx="1871431" cy="9649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D889-0B7D-4807-A85A-139CCFD857CD}">
      <dsp:nvSpPr>
        <dsp:cNvPr id="0" name=""/>
        <dsp:cNvSpPr/>
      </dsp:nvSpPr>
      <dsp:spPr>
        <a:xfrm>
          <a:off x="0" y="0"/>
          <a:ext cx="1931468" cy="1288244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84" t="-27739" r="4384" b="-6261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C8B9536-67B2-4398-A8DA-D80E9E0FF154}">
      <dsp:nvSpPr>
        <dsp:cNvPr id="0" name=""/>
        <dsp:cNvSpPr/>
      </dsp:nvSpPr>
      <dsp:spPr>
        <a:xfrm>
          <a:off x="316596" y="772947"/>
          <a:ext cx="1931468" cy="1288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Not efficient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 err="1"/>
            <a:t>Carousel</a:t>
          </a:r>
          <a:r>
            <a:rPr lang="fr-FR" sz="1200" kern="1200" dirty="0"/>
            <a:t> &amp; </a:t>
          </a:r>
          <a:r>
            <a:rPr lang="fr-FR" sz="1200" kern="1200" dirty="0" err="1"/>
            <a:t>flap</a:t>
          </a:r>
          <a:r>
            <a:rPr lang="fr-FR" sz="1200" kern="1200" dirty="0"/>
            <a:t> </a:t>
          </a:r>
          <a:r>
            <a:rPr lang="fr-FR" sz="1200" kern="1200" dirty="0" err="1"/>
            <a:t>turn</a:t>
          </a:r>
          <a:r>
            <a:rPr lang="fr-FR" sz="1200" kern="1200" dirty="0"/>
            <a:t> inconstant</a:t>
          </a:r>
        </a:p>
      </dsp:txBody>
      <dsp:txXfrm>
        <a:off x="354327" y="810678"/>
        <a:ext cx="1856006" cy="1212782"/>
      </dsp:txXfrm>
    </dsp:sp>
    <dsp:sp modelId="{DF5FF021-6173-4F87-A4B3-9B9A5E60B5F9}">
      <dsp:nvSpPr>
        <dsp:cNvPr id="0" name=""/>
        <dsp:cNvSpPr/>
      </dsp:nvSpPr>
      <dsp:spPr>
        <a:xfrm>
          <a:off x="2304272" y="412070"/>
          <a:ext cx="372803" cy="4641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304272" y="504891"/>
        <a:ext cx="260962" cy="278462"/>
      </dsp:txXfrm>
    </dsp:sp>
    <dsp:sp modelId="{FA259CC7-2690-4CF6-B2B1-127E4E6C462A}">
      <dsp:nvSpPr>
        <dsp:cNvPr id="0" name=""/>
        <dsp:cNvSpPr/>
      </dsp:nvSpPr>
      <dsp:spPr>
        <a:xfrm>
          <a:off x="2996621" y="0"/>
          <a:ext cx="1931468" cy="128824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722" t="-12413" r="-1722" b="4413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F1720E-A505-4830-91B7-42815D4E0E42}">
      <dsp:nvSpPr>
        <dsp:cNvPr id="0" name=""/>
        <dsp:cNvSpPr/>
      </dsp:nvSpPr>
      <dsp:spPr>
        <a:xfrm>
          <a:off x="3311046" y="772947"/>
          <a:ext cx="1931468" cy="1288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ym typeface="Wingdings" panose="05000000000000000000" pitchFamily="2" charset="2"/>
            </a:rPr>
            <a:t>Wood </a:t>
          </a:r>
          <a:r>
            <a:rPr lang="fr-FR" sz="1200" kern="1200" dirty="0" err="1">
              <a:sym typeface="Wingdings" panose="05000000000000000000" pitchFamily="2" charset="2"/>
            </a:rPr>
            <a:t>carousel</a:t>
          </a:r>
          <a:r>
            <a:rPr lang="fr-FR" sz="1200" kern="1200" dirty="0">
              <a:sym typeface="Wingdings" panose="05000000000000000000" pitchFamily="2" charset="2"/>
            </a:rPr>
            <a:t>  </a:t>
          </a:r>
          <a:r>
            <a:rPr lang="fr-FR" sz="1200" kern="1200" dirty="0" err="1">
              <a:sym typeface="Wingdings" panose="05000000000000000000" pitchFamily="2" charset="2"/>
            </a:rPr>
            <a:t>Stronger</a:t>
          </a:r>
          <a:r>
            <a:rPr lang="fr-FR" sz="1200" kern="1200" dirty="0">
              <a:sym typeface="Wingdings" panose="05000000000000000000" pitchFamily="2" charset="2"/>
            </a:rPr>
            <a:t> &amp; </a:t>
          </a:r>
          <a:r>
            <a:rPr lang="fr-FR" sz="1200" kern="1200" dirty="0" err="1">
              <a:sym typeface="Wingdings" panose="05000000000000000000" pitchFamily="2" charset="2"/>
            </a:rPr>
            <a:t>turn</a:t>
          </a:r>
          <a:r>
            <a:rPr lang="fr-FR" sz="1200" kern="1200" dirty="0">
              <a:sym typeface="Wingdings" panose="05000000000000000000" pitchFamily="2" charset="2"/>
            </a:rPr>
            <a:t> </a:t>
          </a:r>
          <a:r>
            <a:rPr lang="fr-FR" sz="1200" kern="1200" dirty="0" err="1">
              <a:sym typeface="Wingdings" panose="05000000000000000000" pitchFamily="2" charset="2"/>
            </a:rPr>
            <a:t>much</a:t>
          </a:r>
          <a:r>
            <a:rPr lang="fr-FR" sz="1200" kern="1200" dirty="0">
              <a:sym typeface="Wingdings" panose="05000000000000000000" pitchFamily="2" charset="2"/>
            </a:rPr>
            <a:t> </a:t>
          </a:r>
          <a:r>
            <a:rPr lang="fr-FR" sz="1200" kern="1200" dirty="0" err="1">
              <a:sym typeface="Wingdings" panose="05000000000000000000" pitchFamily="2" charset="2"/>
            </a:rPr>
            <a:t>better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New </a:t>
          </a:r>
          <a:r>
            <a:rPr lang="fr-FR" sz="1200" kern="1200" dirty="0" err="1"/>
            <a:t>flap</a:t>
          </a:r>
          <a:r>
            <a:rPr lang="fr-FR" sz="1200" kern="1200" dirty="0"/>
            <a:t> </a:t>
          </a:r>
          <a:r>
            <a:rPr lang="fr-FR" sz="1200" kern="1200" dirty="0" err="1"/>
            <a:t>attachment</a:t>
          </a:r>
          <a:r>
            <a:rPr lang="fr-FR" sz="1200" kern="1200" dirty="0"/>
            <a:t> </a:t>
          </a:r>
          <a:r>
            <a:rPr lang="fr-FR" sz="1200" kern="1200" dirty="0">
              <a:sym typeface="Wingdings" panose="05000000000000000000" pitchFamily="2" charset="2"/>
            </a:rPr>
            <a:t> </a:t>
          </a:r>
          <a:r>
            <a:rPr lang="fr-FR" sz="1200" kern="1200" dirty="0" err="1">
              <a:sym typeface="Wingdings" panose="05000000000000000000" pitchFamily="2" charset="2"/>
            </a:rPr>
            <a:t>stronger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Code </a:t>
          </a:r>
          <a:r>
            <a:rPr lang="fr-FR" sz="1200" kern="1200" dirty="0" err="1"/>
            <a:t>improvement</a:t>
          </a:r>
          <a:endParaRPr lang="fr-FR" sz="1200" kern="1200" dirty="0"/>
        </a:p>
      </dsp:txBody>
      <dsp:txXfrm>
        <a:off x="3348777" y="810678"/>
        <a:ext cx="1856006" cy="12127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D889-0B7D-4807-A85A-139CCFD857CD}">
      <dsp:nvSpPr>
        <dsp:cNvPr id="0" name=""/>
        <dsp:cNvSpPr/>
      </dsp:nvSpPr>
      <dsp:spPr>
        <a:xfrm>
          <a:off x="0" y="0"/>
          <a:ext cx="2015935" cy="16146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C8B9536-67B2-4398-A8DA-D80E9E0FF154}">
      <dsp:nvSpPr>
        <dsp:cNvPr id="0" name=""/>
        <dsp:cNvSpPr/>
      </dsp:nvSpPr>
      <dsp:spPr>
        <a:xfrm>
          <a:off x="330441" y="968789"/>
          <a:ext cx="2015935" cy="16146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Not </a:t>
          </a:r>
          <a:r>
            <a:rPr lang="fr-FR" sz="1200" kern="1200" dirty="0" err="1"/>
            <a:t>working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Not </a:t>
          </a:r>
          <a:r>
            <a:rPr lang="fr-FR" sz="1200" kern="1200" dirty="0" err="1"/>
            <a:t>intagrated</a:t>
          </a:r>
          <a:r>
            <a:rPr lang="fr-FR" sz="1200" kern="1200" dirty="0"/>
            <a:t> to the robot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 err="1"/>
            <a:t>Supply</a:t>
          </a:r>
          <a:r>
            <a:rPr lang="fr-FR" sz="1200" kern="1200" dirty="0"/>
            <a:t> </a:t>
          </a:r>
          <a:r>
            <a:rPr lang="fr-FR" sz="1200" kern="1200" dirty="0" err="1"/>
            <a:t>voltweakage</a:t>
          </a:r>
          <a:r>
            <a:rPr lang="fr-FR" sz="1200" kern="1200" dirty="0"/>
            <a:t> </a:t>
          </a:r>
          <a:r>
            <a:rPr lang="fr-FR" sz="1200" kern="1200" dirty="0" err="1"/>
            <a:t>too</a:t>
          </a: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No control PWM</a:t>
          </a:r>
        </a:p>
      </dsp:txBody>
      <dsp:txXfrm>
        <a:off x="377732" y="1016080"/>
        <a:ext cx="1921353" cy="1520067"/>
      </dsp:txXfrm>
    </dsp:sp>
    <dsp:sp modelId="{DF5FF021-6173-4F87-A4B3-9B9A5E60B5F9}">
      <dsp:nvSpPr>
        <dsp:cNvPr id="0" name=""/>
        <dsp:cNvSpPr/>
      </dsp:nvSpPr>
      <dsp:spPr>
        <a:xfrm>
          <a:off x="2405042" y="565124"/>
          <a:ext cx="389106" cy="4844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2405042" y="662004"/>
        <a:ext cx="272374" cy="290641"/>
      </dsp:txXfrm>
    </dsp:sp>
    <dsp:sp modelId="{FA259CC7-2690-4CF6-B2B1-127E4E6C462A}">
      <dsp:nvSpPr>
        <dsp:cNvPr id="0" name=""/>
        <dsp:cNvSpPr/>
      </dsp:nvSpPr>
      <dsp:spPr>
        <a:xfrm>
          <a:off x="3127669" y="0"/>
          <a:ext cx="2015935" cy="16146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F1720E-A505-4830-91B7-42815D4E0E42}">
      <dsp:nvSpPr>
        <dsp:cNvPr id="0" name=""/>
        <dsp:cNvSpPr/>
      </dsp:nvSpPr>
      <dsp:spPr>
        <a:xfrm>
          <a:off x="3455845" y="968789"/>
          <a:ext cx="2015935" cy="16146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 err="1"/>
            <a:t>Integrate</a:t>
          </a:r>
          <a:r>
            <a:rPr lang="fr-FR" sz="1500" kern="1200" dirty="0"/>
            <a:t> H bridge </a:t>
          </a:r>
          <a:r>
            <a:rPr lang="fr-FR" sz="1500" kern="1200" dirty="0" err="1"/>
            <a:t>motor</a:t>
          </a:r>
          <a:r>
            <a:rPr lang="fr-FR" sz="1500" kern="1200" dirty="0"/>
            <a:t> control speed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 err="1"/>
            <a:t>Supply</a:t>
          </a:r>
          <a:r>
            <a:rPr lang="fr-FR" sz="1500" kern="1200" dirty="0"/>
            <a:t> voltage module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 err="1"/>
            <a:t>Intagration</a:t>
          </a:r>
          <a:r>
            <a:rPr lang="fr-FR" sz="1500" kern="1200" dirty="0"/>
            <a:t> to robot</a:t>
          </a:r>
        </a:p>
      </dsp:txBody>
      <dsp:txXfrm>
        <a:off x="3503136" y="1016080"/>
        <a:ext cx="1921353" cy="15200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C00F0-FD7B-4CD3-AE60-BA0A2BDC4C65}">
      <dsp:nvSpPr>
        <dsp:cNvPr id="0" name=""/>
        <dsp:cNvSpPr/>
      </dsp:nvSpPr>
      <dsp:spPr>
        <a:xfrm>
          <a:off x="0" y="257507"/>
          <a:ext cx="3518275" cy="798524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 err="1"/>
            <a:t>Research</a:t>
          </a:r>
          <a:endParaRPr lang="fr-FR" sz="3500" kern="1200" dirty="0"/>
        </a:p>
      </dsp:txBody>
      <dsp:txXfrm>
        <a:off x="38981" y="296488"/>
        <a:ext cx="3440313" cy="720562"/>
      </dsp:txXfrm>
    </dsp:sp>
    <dsp:sp modelId="{8D09A36C-409E-4725-9EA4-33EC947AF459}">
      <dsp:nvSpPr>
        <dsp:cNvPr id="0" name=""/>
        <dsp:cNvSpPr/>
      </dsp:nvSpPr>
      <dsp:spPr>
        <a:xfrm>
          <a:off x="0" y="1056032"/>
          <a:ext cx="3518275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5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700" kern="1200" dirty="0"/>
            <a:t>Data </a:t>
          </a:r>
          <a:r>
            <a:rPr lang="fr-FR" sz="2700" kern="1200" dirty="0" err="1"/>
            <a:t>treatment</a:t>
          </a:r>
          <a:endParaRPr lang="fr-FR" sz="2700" kern="1200" dirty="0"/>
        </a:p>
      </dsp:txBody>
      <dsp:txXfrm>
        <a:off x="0" y="1056032"/>
        <a:ext cx="3518275" cy="579600"/>
      </dsp:txXfrm>
    </dsp:sp>
    <dsp:sp modelId="{E45135C7-E307-4509-B40B-B2D5B5538BA8}">
      <dsp:nvSpPr>
        <dsp:cNvPr id="0" name=""/>
        <dsp:cNvSpPr/>
      </dsp:nvSpPr>
      <dsp:spPr>
        <a:xfrm>
          <a:off x="0" y="1635632"/>
          <a:ext cx="3518275" cy="798524"/>
        </a:xfrm>
        <a:prstGeom prst="roundRect">
          <a:avLst/>
        </a:prstGeom>
        <a:solidFill>
          <a:schemeClr val="accent1">
            <a:shade val="50000"/>
            <a:hueOff val="539416"/>
            <a:satOff val="8503"/>
            <a:lumOff val="43333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Mapping	</a:t>
          </a:r>
        </a:p>
      </dsp:txBody>
      <dsp:txXfrm>
        <a:off x="38981" y="1674613"/>
        <a:ext cx="3440313" cy="720562"/>
      </dsp:txXfrm>
    </dsp:sp>
    <dsp:sp modelId="{B8C4DD39-C0B0-4158-923B-214E3AE7D32B}">
      <dsp:nvSpPr>
        <dsp:cNvPr id="0" name=""/>
        <dsp:cNvSpPr/>
      </dsp:nvSpPr>
      <dsp:spPr>
        <a:xfrm>
          <a:off x="0" y="2434157"/>
          <a:ext cx="3518275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05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700" kern="1200" dirty="0" err="1"/>
            <a:t>Avoid</a:t>
          </a:r>
          <a:r>
            <a:rPr lang="fr-FR" sz="2700" kern="1200" dirty="0"/>
            <a:t> </a:t>
          </a:r>
          <a:r>
            <a:rPr lang="fr-FR" sz="2700" kern="1200" dirty="0" err="1"/>
            <a:t>abstacles</a:t>
          </a:r>
          <a:endParaRPr lang="fr-FR" sz="2700" kern="1200" dirty="0"/>
        </a:p>
      </dsp:txBody>
      <dsp:txXfrm>
        <a:off x="0" y="2434157"/>
        <a:ext cx="3518275" cy="5796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CD889-0B7D-4807-A85A-139CCFD857CD}">
      <dsp:nvSpPr>
        <dsp:cNvPr id="0" name=""/>
        <dsp:cNvSpPr/>
      </dsp:nvSpPr>
      <dsp:spPr>
        <a:xfrm>
          <a:off x="44509" y="0"/>
          <a:ext cx="1931469" cy="128824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C8B9536-67B2-4398-A8DA-D80E9E0FF154}">
      <dsp:nvSpPr>
        <dsp:cNvPr id="0" name=""/>
        <dsp:cNvSpPr/>
      </dsp:nvSpPr>
      <dsp:spPr>
        <a:xfrm>
          <a:off x="316596" y="772947"/>
          <a:ext cx="1931469" cy="1288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Supply</a:t>
          </a:r>
          <a:r>
            <a:rPr lang="fr-FR" sz="1300" kern="1200" dirty="0"/>
            <a:t> voltage not </a:t>
          </a:r>
          <a:r>
            <a:rPr lang="fr-FR" sz="1300" kern="1200" dirty="0" err="1"/>
            <a:t>working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A </a:t>
          </a:r>
          <a:r>
            <a:rPr lang="fr-FR" sz="1300" kern="1200" dirty="0" err="1"/>
            <a:t>little</a:t>
          </a:r>
          <a:r>
            <a:rPr lang="fr-FR" sz="1300" kern="1200" dirty="0"/>
            <a:t> bit </a:t>
          </a:r>
          <a:r>
            <a:rPr lang="fr-FR" sz="1300" kern="1200" dirty="0" err="1"/>
            <a:t>too</a:t>
          </a:r>
          <a:r>
            <a:rPr lang="fr-FR" sz="1300" kern="1200" dirty="0"/>
            <a:t> big </a:t>
          </a:r>
        </a:p>
      </dsp:txBody>
      <dsp:txXfrm>
        <a:off x="354327" y="810678"/>
        <a:ext cx="1856007" cy="1212783"/>
      </dsp:txXfrm>
    </dsp:sp>
    <dsp:sp modelId="{DF5FF021-6173-4F87-A4B3-9B9A5E60B5F9}">
      <dsp:nvSpPr>
        <dsp:cNvPr id="0" name=""/>
        <dsp:cNvSpPr/>
      </dsp:nvSpPr>
      <dsp:spPr>
        <a:xfrm>
          <a:off x="2333203" y="412069"/>
          <a:ext cx="357225" cy="464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2333203" y="504890"/>
        <a:ext cx="250058" cy="278463"/>
      </dsp:txXfrm>
    </dsp:sp>
    <dsp:sp modelId="{FA259CC7-2690-4CF6-B2B1-127E4E6C462A}">
      <dsp:nvSpPr>
        <dsp:cNvPr id="0" name=""/>
        <dsp:cNvSpPr/>
      </dsp:nvSpPr>
      <dsp:spPr>
        <a:xfrm>
          <a:off x="2996622" y="0"/>
          <a:ext cx="1931469" cy="128824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F1720E-A505-4830-91B7-42815D4E0E42}">
      <dsp:nvSpPr>
        <dsp:cNvPr id="0" name=""/>
        <dsp:cNvSpPr/>
      </dsp:nvSpPr>
      <dsp:spPr>
        <a:xfrm>
          <a:off x="3311047" y="772947"/>
          <a:ext cx="1931469" cy="1288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ym typeface="Wingdings" panose="05000000000000000000" pitchFamily="2" charset="2"/>
            </a:rPr>
            <a:t>New outputs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Lidar </a:t>
          </a:r>
          <a:r>
            <a:rPr lang="fr-FR" sz="1300" kern="1200" dirty="0" err="1"/>
            <a:t>added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Raspberry </a:t>
          </a:r>
          <a:r>
            <a:rPr lang="fr-FR" sz="1300" kern="1200" dirty="0" err="1"/>
            <a:t>added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Thrower</a:t>
          </a:r>
          <a:r>
            <a:rPr lang="fr-FR" sz="1300" kern="1200" dirty="0"/>
            <a:t> tank </a:t>
          </a:r>
          <a:r>
            <a:rPr lang="fr-FR" sz="1300" kern="1200" dirty="0" err="1"/>
            <a:t>added</a:t>
          </a:r>
          <a:endParaRPr lang="fr-FR" sz="1300" kern="1200" dirty="0"/>
        </a:p>
      </dsp:txBody>
      <dsp:txXfrm>
        <a:off x="3348778" y="810678"/>
        <a:ext cx="1856007" cy="12127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43834-1106-46A8-8D14-0EE25C777640}">
      <dsp:nvSpPr>
        <dsp:cNvPr id="0" name=""/>
        <dsp:cNvSpPr/>
      </dsp:nvSpPr>
      <dsp:spPr>
        <a:xfrm>
          <a:off x="5562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 dirty="0"/>
            <a:t>Organisation</a:t>
          </a:r>
        </a:p>
      </dsp:txBody>
      <dsp:txXfrm>
        <a:off x="14037" y="799632"/>
        <a:ext cx="1140520" cy="272417"/>
      </dsp:txXfrm>
    </dsp:sp>
    <dsp:sp modelId="{7F86BAFE-67C2-47C8-8E70-11A43520027B}">
      <dsp:nvSpPr>
        <dsp:cNvPr id="0" name=""/>
        <dsp:cNvSpPr/>
      </dsp:nvSpPr>
      <dsp:spPr>
        <a:xfrm rot="5400000">
          <a:off x="558977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8BC5212-A897-4429-8375-5EDF3FE68417}">
      <dsp:nvSpPr>
        <dsp:cNvPr id="0" name=""/>
        <dsp:cNvSpPr/>
      </dsp:nvSpPr>
      <dsp:spPr>
        <a:xfrm>
          <a:off x="5562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 err="1"/>
            <a:t>Everybody</a:t>
          </a:r>
          <a:endParaRPr lang="fr-FR" sz="600" b="1" kern="1200" noProof="0" dirty="0"/>
        </a:p>
      </dsp:txBody>
      <dsp:txXfrm>
        <a:off x="14037" y="1190278"/>
        <a:ext cx="1140520" cy="272417"/>
      </dsp:txXfrm>
    </dsp:sp>
    <dsp:sp modelId="{833AEAF2-142E-44CB-8FB7-705CF4EC7FB9}">
      <dsp:nvSpPr>
        <dsp:cNvPr id="0" name=""/>
        <dsp:cNvSpPr/>
      </dsp:nvSpPr>
      <dsp:spPr>
        <a:xfrm rot="5400000">
          <a:off x="558977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0468"/>
            <a:satOff val="26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6BFE608-4FE0-43D3-B5BD-860A74950E16}">
      <dsp:nvSpPr>
        <dsp:cNvPr id="0" name=""/>
        <dsp:cNvSpPr/>
      </dsp:nvSpPr>
      <dsp:spPr>
        <a:xfrm>
          <a:off x="5562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/>
            <a:t>Workshop maintenance</a:t>
          </a:r>
        </a:p>
      </dsp:txBody>
      <dsp:txXfrm>
        <a:off x="14037" y="1580924"/>
        <a:ext cx="1140520" cy="272417"/>
      </dsp:txXfrm>
    </dsp:sp>
    <dsp:sp modelId="{65D7DEB2-8850-4776-8FD7-68AE15D8BAD2}">
      <dsp:nvSpPr>
        <dsp:cNvPr id="0" name=""/>
        <dsp:cNvSpPr/>
      </dsp:nvSpPr>
      <dsp:spPr>
        <a:xfrm rot="5400000">
          <a:off x="558977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0937"/>
            <a:satOff val="52"/>
            <a:lumOff val="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DE5F36-982F-49C5-BE6E-E399D6AAE1D6}">
      <dsp:nvSpPr>
        <dsp:cNvPr id="0" name=""/>
        <dsp:cNvSpPr/>
      </dsp:nvSpPr>
      <dsp:spPr>
        <a:xfrm>
          <a:off x="5562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/>
            <a:t>Git</a:t>
          </a:r>
        </a:p>
      </dsp:txBody>
      <dsp:txXfrm>
        <a:off x="14037" y="1971570"/>
        <a:ext cx="1140520" cy="272417"/>
      </dsp:txXfrm>
    </dsp:sp>
    <dsp:sp modelId="{341CB8C5-33F0-478B-9822-B56698C5DC45}">
      <dsp:nvSpPr>
        <dsp:cNvPr id="0" name=""/>
        <dsp:cNvSpPr/>
      </dsp:nvSpPr>
      <dsp:spPr>
        <a:xfrm rot="5400000">
          <a:off x="558977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61405"/>
            <a:satOff val="78"/>
            <a:lumOff val="35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A856151-A70F-4BC6-A334-F138E77E10B6}">
      <dsp:nvSpPr>
        <dsp:cNvPr id="0" name=""/>
        <dsp:cNvSpPr/>
      </dsp:nvSpPr>
      <dsp:spPr>
        <a:xfrm>
          <a:off x="5562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 err="1"/>
            <a:t>Taiga</a:t>
          </a:r>
          <a:endParaRPr lang="fr-FR" sz="600" b="0" kern="1200" noProof="0" dirty="0"/>
        </a:p>
      </dsp:txBody>
      <dsp:txXfrm>
        <a:off x="14037" y="2362216"/>
        <a:ext cx="1140520" cy="272417"/>
      </dsp:txXfrm>
    </dsp:sp>
    <dsp:sp modelId="{3AE182D7-0981-4ED5-BBB4-F458FF87EBFB}">
      <dsp:nvSpPr>
        <dsp:cNvPr id="0" name=""/>
        <dsp:cNvSpPr/>
      </dsp:nvSpPr>
      <dsp:spPr>
        <a:xfrm rot="5400000">
          <a:off x="558977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81874"/>
            <a:satOff val="104"/>
            <a:lumOff val="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21FFDF-D8C5-4B22-BE96-E6302F16D819}">
      <dsp:nvSpPr>
        <dsp:cNvPr id="0" name=""/>
        <dsp:cNvSpPr/>
      </dsp:nvSpPr>
      <dsp:spPr>
        <a:xfrm>
          <a:off x="5562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/>
            <a:t>R&amp;D (lidar)</a:t>
          </a:r>
        </a:p>
      </dsp:txBody>
      <dsp:txXfrm>
        <a:off x="14037" y="2752862"/>
        <a:ext cx="1140520" cy="272417"/>
      </dsp:txXfrm>
    </dsp:sp>
    <dsp:sp modelId="{8AE0C734-33C9-4261-BF10-17EB8C6DB8B2}">
      <dsp:nvSpPr>
        <dsp:cNvPr id="0" name=""/>
        <dsp:cNvSpPr/>
      </dsp:nvSpPr>
      <dsp:spPr>
        <a:xfrm rot="5400000">
          <a:off x="558977" y="305907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02342"/>
            <a:satOff val="130"/>
            <a:lumOff val="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F2C20E7-E60A-4392-AC38-C617142C1A15}">
      <dsp:nvSpPr>
        <dsp:cNvPr id="0" name=""/>
        <dsp:cNvSpPr/>
      </dsp:nvSpPr>
      <dsp:spPr>
        <a:xfrm>
          <a:off x="5562" y="313503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 err="1"/>
            <a:t>Preparation</a:t>
          </a:r>
          <a:r>
            <a:rPr lang="fr-FR" sz="600" b="0" kern="1200" noProof="0" dirty="0"/>
            <a:t> &amp; participation JPO</a:t>
          </a:r>
        </a:p>
      </dsp:txBody>
      <dsp:txXfrm>
        <a:off x="14037" y="3143508"/>
        <a:ext cx="1140520" cy="272417"/>
      </dsp:txXfrm>
    </dsp:sp>
    <dsp:sp modelId="{3FBCE499-B4E1-48F1-B1A9-75D92A9321D3}">
      <dsp:nvSpPr>
        <dsp:cNvPr id="0" name=""/>
        <dsp:cNvSpPr/>
      </dsp:nvSpPr>
      <dsp:spPr>
        <a:xfrm rot="5400000">
          <a:off x="558977" y="3449721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22811"/>
            <a:satOff val="156"/>
            <a:lumOff val="7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D892690-0ECC-43F3-B5A7-51FADE545715}">
      <dsp:nvSpPr>
        <dsp:cNvPr id="0" name=""/>
        <dsp:cNvSpPr/>
      </dsp:nvSpPr>
      <dsp:spPr>
        <a:xfrm>
          <a:off x="5562" y="3525680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/>
            <a:t>Participation Coupe NI (3</a:t>
          </a:r>
          <a:r>
            <a:rPr lang="fr-FR" sz="600" b="0" kern="1200" baseline="30000" noProof="0" dirty="0"/>
            <a:t>ème</a:t>
          </a:r>
          <a:r>
            <a:rPr lang="fr-FR" sz="600" b="0" kern="1200" noProof="0" dirty="0"/>
            <a:t>)</a:t>
          </a:r>
        </a:p>
      </dsp:txBody>
      <dsp:txXfrm>
        <a:off x="14037" y="3534155"/>
        <a:ext cx="1140520" cy="272417"/>
      </dsp:txXfrm>
    </dsp:sp>
    <dsp:sp modelId="{9E755B87-DF50-475F-9741-BF5B2022F68A}">
      <dsp:nvSpPr>
        <dsp:cNvPr id="0" name=""/>
        <dsp:cNvSpPr/>
      </dsp:nvSpPr>
      <dsp:spPr>
        <a:xfrm rot="5400000">
          <a:off x="558977" y="3840367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43279"/>
            <a:satOff val="182"/>
            <a:lumOff val="82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0D0814A-8F12-44C3-BF9A-3E7FBA21F6F2}">
      <dsp:nvSpPr>
        <dsp:cNvPr id="0" name=""/>
        <dsp:cNvSpPr/>
      </dsp:nvSpPr>
      <dsp:spPr>
        <a:xfrm>
          <a:off x="5562" y="3916326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 err="1"/>
            <a:t>Managment</a:t>
          </a:r>
          <a:r>
            <a:rPr lang="fr-FR" sz="600" b="0" kern="1200" noProof="0" dirty="0"/>
            <a:t> (M1 + M2)</a:t>
          </a:r>
        </a:p>
      </dsp:txBody>
      <dsp:txXfrm>
        <a:off x="14037" y="3924801"/>
        <a:ext cx="1140520" cy="272417"/>
      </dsp:txXfrm>
    </dsp:sp>
    <dsp:sp modelId="{8963BCBA-0B0D-4219-933D-EA6557979257}">
      <dsp:nvSpPr>
        <dsp:cNvPr id="0" name=""/>
        <dsp:cNvSpPr/>
      </dsp:nvSpPr>
      <dsp:spPr>
        <a:xfrm rot="5400000">
          <a:off x="558977" y="4231013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63748"/>
            <a:satOff val="208"/>
            <a:lumOff val="94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439AB1-A45E-4B96-9324-CADF81B2B86A}">
      <dsp:nvSpPr>
        <dsp:cNvPr id="0" name=""/>
        <dsp:cNvSpPr/>
      </dsp:nvSpPr>
      <dsp:spPr>
        <a:xfrm>
          <a:off x="5562" y="4306972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0" kern="1200" noProof="0" dirty="0"/>
            <a:t>Weekly </a:t>
          </a:r>
        </a:p>
      </dsp:txBody>
      <dsp:txXfrm>
        <a:off x="14037" y="4315447"/>
        <a:ext cx="1140520" cy="272417"/>
      </dsp:txXfrm>
    </dsp:sp>
    <dsp:sp modelId="{9BBCF6CE-E750-48B6-B333-305BBB100737}">
      <dsp:nvSpPr>
        <dsp:cNvPr id="0" name=""/>
        <dsp:cNvSpPr/>
      </dsp:nvSpPr>
      <dsp:spPr>
        <a:xfrm>
          <a:off x="1325077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119870"/>
            <a:satOff val="1890"/>
            <a:lumOff val="963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Arm</a:t>
          </a:r>
          <a:endParaRPr lang="fr-FR" sz="1200" kern="1200" noProof="0" dirty="0"/>
        </a:p>
      </dsp:txBody>
      <dsp:txXfrm>
        <a:off x="1333552" y="799632"/>
        <a:ext cx="1140520" cy="272417"/>
      </dsp:txXfrm>
    </dsp:sp>
    <dsp:sp modelId="{055B992E-969C-4C88-B33E-176C01EE5CF3}">
      <dsp:nvSpPr>
        <dsp:cNvPr id="0" name=""/>
        <dsp:cNvSpPr/>
      </dsp:nvSpPr>
      <dsp:spPr>
        <a:xfrm rot="5400000">
          <a:off x="1878493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84216"/>
            <a:satOff val="234"/>
            <a:lumOff val="105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67F7A0-62C9-4104-ADA1-A8DCD96DA2D8}">
      <dsp:nvSpPr>
        <dsp:cNvPr id="0" name=""/>
        <dsp:cNvSpPr/>
      </dsp:nvSpPr>
      <dsp:spPr>
        <a:xfrm>
          <a:off x="1325077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Justin </a:t>
          </a:r>
          <a:r>
            <a:rPr lang="en-US" sz="600" b="1" kern="1200" dirty="0" err="1"/>
            <a:t>Furio</a:t>
          </a:r>
          <a:br>
            <a:rPr lang="en-US" sz="600" b="1" kern="1200" dirty="0"/>
          </a:br>
          <a:r>
            <a:rPr lang="en-US" sz="600" b="1" kern="1200" dirty="0"/>
            <a:t>  Christian Margolis </a:t>
          </a:r>
          <a:br>
            <a:rPr lang="en-US" sz="600" b="1" kern="1200" dirty="0"/>
          </a:br>
          <a:r>
            <a:rPr lang="en-US" sz="600" b="1" kern="1200" dirty="0"/>
            <a:t>          Jason </a:t>
          </a:r>
          <a:r>
            <a:rPr lang="en-US" sz="600" b="1" kern="1200" dirty="0" err="1"/>
            <a:t>Puel</a:t>
          </a:r>
          <a:endParaRPr lang="en-US" sz="600" b="1" kern="1200" dirty="0"/>
        </a:p>
      </dsp:txBody>
      <dsp:txXfrm>
        <a:off x="1333552" y="1190278"/>
        <a:ext cx="1140520" cy="272417"/>
      </dsp:txXfrm>
    </dsp:sp>
    <dsp:sp modelId="{490DB18D-0F6F-45ED-9FE4-8DE39318007B}">
      <dsp:nvSpPr>
        <dsp:cNvPr id="0" name=""/>
        <dsp:cNvSpPr/>
      </dsp:nvSpPr>
      <dsp:spPr>
        <a:xfrm rot="5400000">
          <a:off x="1878493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04685"/>
            <a:satOff val="260"/>
            <a:lumOff val="1176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94FD3C-361C-4BBA-9D35-DA0638728D90}">
      <dsp:nvSpPr>
        <dsp:cNvPr id="0" name=""/>
        <dsp:cNvSpPr/>
      </dsp:nvSpPr>
      <dsp:spPr>
        <a:xfrm>
          <a:off x="1325077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SolidWorks Prototyping</a:t>
          </a:r>
          <a:endParaRPr lang="fr-FR" sz="600" kern="1200" noProof="0" dirty="0"/>
        </a:p>
      </dsp:txBody>
      <dsp:txXfrm>
        <a:off x="1333552" y="1580924"/>
        <a:ext cx="1140520" cy="272417"/>
      </dsp:txXfrm>
    </dsp:sp>
    <dsp:sp modelId="{C089F077-E607-4ACF-857A-DA240D50AEDF}">
      <dsp:nvSpPr>
        <dsp:cNvPr id="0" name=""/>
        <dsp:cNvSpPr/>
      </dsp:nvSpPr>
      <dsp:spPr>
        <a:xfrm rot="5400000">
          <a:off x="1878493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25153"/>
            <a:satOff val="286"/>
            <a:lumOff val="1294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A5E1799-26FB-4959-97AA-0FCC22761318}">
      <dsp:nvSpPr>
        <dsp:cNvPr id="0" name=""/>
        <dsp:cNvSpPr/>
      </dsp:nvSpPr>
      <dsp:spPr>
        <a:xfrm>
          <a:off x="1325077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3D Printing</a:t>
          </a:r>
          <a:endParaRPr lang="fr-FR" sz="600" kern="1200" noProof="0" dirty="0"/>
        </a:p>
      </dsp:txBody>
      <dsp:txXfrm>
        <a:off x="1333552" y="1971570"/>
        <a:ext cx="1140520" cy="272417"/>
      </dsp:txXfrm>
    </dsp:sp>
    <dsp:sp modelId="{A904F003-CAB1-4563-8414-4B74FADF400E}">
      <dsp:nvSpPr>
        <dsp:cNvPr id="0" name=""/>
        <dsp:cNvSpPr/>
      </dsp:nvSpPr>
      <dsp:spPr>
        <a:xfrm rot="5400000">
          <a:off x="1878493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45622"/>
            <a:satOff val="312"/>
            <a:lumOff val="141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4AF662-EE55-4900-AD2E-C1DA6E3830F3}">
      <dsp:nvSpPr>
        <dsp:cNvPr id="0" name=""/>
        <dsp:cNvSpPr/>
      </dsp:nvSpPr>
      <dsp:spPr>
        <a:xfrm>
          <a:off x="1325077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Assembling model</a:t>
          </a:r>
          <a:endParaRPr lang="fr-FR" sz="600" kern="1200" noProof="0" dirty="0"/>
        </a:p>
      </dsp:txBody>
      <dsp:txXfrm>
        <a:off x="1333552" y="2362216"/>
        <a:ext cx="1140520" cy="272417"/>
      </dsp:txXfrm>
    </dsp:sp>
    <dsp:sp modelId="{E9381F77-A434-4268-8491-4E0BF2496F77}">
      <dsp:nvSpPr>
        <dsp:cNvPr id="0" name=""/>
        <dsp:cNvSpPr/>
      </dsp:nvSpPr>
      <dsp:spPr>
        <a:xfrm>
          <a:off x="2644593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39740"/>
            <a:satOff val="3779"/>
            <a:lumOff val="19259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Color balls sorter</a:t>
          </a:r>
        </a:p>
      </dsp:txBody>
      <dsp:txXfrm>
        <a:off x="2653068" y="799632"/>
        <a:ext cx="1140520" cy="272417"/>
      </dsp:txXfrm>
    </dsp:sp>
    <dsp:sp modelId="{DD00C8CD-401F-4BD0-911C-F2283C953D22}">
      <dsp:nvSpPr>
        <dsp:cNvPr id="0" name=""/>
        <dsp:cNvSpPr/>
      </dsp:nvSpPr>
      <dsp:spPr>
        <a:xfrm rot="5400000">
          <a:off x="3198009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66090"/>
            <a:satOff val="338"/>
            <a:lumOff val="152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C7D114B-A6B8-4682-8ED6-564950128EAF}">
      <dsp:nvSpPr>
        <dsp:cNvPr id="0" name=""/>
        <dsp:cNvSpPr/>
      </dsp:nvSpPr>
      <dsp:spPr>
        <a:xfrm>
          <a:off x="2644593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l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           Nicolas Court </a:t>
          </a:r>
          <a:br>
            <a:rPr lang="en-US" sz="600" b="1" kern="1200" dirty="0"/>
          </a:br>
          <a:r>
            <a:rPr lang="en-US" sz="600" b="1" kern="1200" dirty="0"/>
            <a:t>              </a:t>
          </a:r>
          <a:r>
            <a:rPr lang="en-US" sz="600" b="1" kern="1200" dirty="0" err="1"/>
            <a:t>Azelarab</a:t>
          </a:r>
          <a:r>
            <a:rPr lang="en-US" sz="600" b="1" kern="1200" dirty="0"/>
            <a:t> </a:t>
          </a:r>
          <a:r>
            <a:rPr lang="en-US" sz="600" b="1" kern="1200" dirty="0" err="1"/>
            <a:t>Bouhkchen</a:t>
          </a:r>
          <a:endParaRPr lang="en-US" sz="600" b="1" kern="1200" dirty="0"/>
        </a:p>
      </dsp:txBody>
      <dsp:txXfrm>
        <a:off x="2653068" y="1190278"/>
        <a:ext cx="1140520" cy="272417"/>
      </dsp:txXfrm>
    </dsp:sp>
    <dsp:sp modelId="{952D141E-0AC3-4EF9-8243-F8584B5EA9C9}">
      <dsp:nvSpPr>
        <dsp:cNvPr id="0" name=""/>
        <dsp:cNvSpPr/>
      </dsp:nvSpPr>
      <dsp:spPr>
        <a:xfrm rot="5400000">
          <a:off x="3198009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86558"/>
            <a:satOff val="364"/>
            <a:lumOff val="1647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8725F1C-D650-4B6E-859B-07F55ADA59F7}">
      <dsp:nvSpPr>
        <dsp:cNvPr id="0" name=""/>
        <dsp:cNvSpPr/>
      </dsp:nvSpPr>
      <dsp:spPr>
        <a:xfrm>
          <a:off x="2644593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SolidWorks/</a:t>
          </a:r>
          <a:r>
            <a:rPr lang="en-US" sz="600" kern="1200" dirty="0" err="1"/>
            <a:t>inkscape</a:t>
          </a:r>
          <a:r>
            <a:rPr lang="en-US" sz="600" kern="1200" dirty="0"/>
            <a:t> Prototyping</a:t>
          </a:r>
          <a:endParaRPr lang="fr-FR" sz="600" kern="1200" noProof="0" dirty="0"/>
        </a:p>
      </dsp:txBody>
      <dsp:txXfrm>
        <a:off x="2653068" y="1580924"/>
        <a:ext cx="1140520" cy="272417"/>
      </dsp:txXfrm>
    </dsp:sp>
    <dsp:sp modelId="{251ABF3F-412E-480A-86D9-3C2DF9BBAFDD}">
      <dsp:nvSpPr>
        <dsp:cNvPr id="0" name=""/>
        <dsp:cNvSpPr/>
      </dsp:nvSpPr>
      <dsp:spPr>
        <a:xfrm rot="5400000">
          <a:off x="3198009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07027"/>
            <a:satOff val="390"/>
            <a:lumOff val="176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AC734BE-2FFF-4839-B33E-3C376891D8F7}">
      <dsp:nvSpPr>
        <dsp:cNvPr id="0" name=""/>
        <dsp:cNvSpPr/>
      </dsp:nvSpPr>
      <dsp:spPr>
        <a:xfrm>
          <a:off x="2644593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Wood </a:t>
          </a:r>
          <a:r>
            <a:rPr lang="fr-FR" sz="600" kern="1200" noProof="0" dirty="0" err="1"/>
            <a:t>cutting</a:t>
          </a:r>
          <a:endParaRPr lang="fr-FR" sz="600" kern="1200" noProof="0" dirty="0"/>
        </a:p>
      </dsp:txBody>
      <dsp:txXfrm>
        <a:off x="2653068" y="1971570"/>
        <a:ext cx="1140520" cy="272417"/>
      </dsp:txXfrm>
    </dsp:sp>
    <dsp:sp modelId="{B0D27BCA-7BAE-48DD-9D50-347DD182D38C}">
      <dsp:nvSpPr>
        <dsp:cNvPr id="0" name=""/>
        <dsp:cNvSpPr/>
      </dsp:nvSpPr>
      <dsp:spPr>
        <a:xfrm rot="5400000">
          <a:off x="3198009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27495"/>
            <a:satOff val="416"/>
            <a:lumOff val="188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948142C-1B4F-404B-8FA0-01D572582F14}">
      <dsp:nvSpPr>
        <dsp:cNvPr id="0" name=""/>
        <dsp:cNvSpPr/>
      </dsp:nvSpPr>
      <dsp:spPr>
        <a:xfrm>
          <a:off x="2644593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Change motor</a:t>
          </a:r>
          <a:endParaRPr lang="fr-FR" sz="600" kern="1200" noProof="0" dirty="0"/>
        </a:p>
      </dsp:txBody>
      <dsp:txXfrm>
        <a:off x="2653068" y="2362216"/>
        <a:ext cx="1140520" cy="272417"/>
      </dsp:txXfrm>
    </dsp:sp>
    <dsp:sp modelId="{90816C5B-5A07-4CFA-ADA4-8BC84CCFA89F}">
      <dsp:nvSpPr>
        <dsp:cNvPr id="0" name=""/>
        <dsp:cNvSpPr/>
      </dsp:nvSpPr>
      <dsp:spPr>
        <a:xfrm rot="5400000">
          <a:off x="3198009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47964"/>
            <a:satOff val="442"/>
            <a:lumOff val="200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D2BCB0C-62D9-495C-A278-639DE32789F8}">
      <dsp:nvSpPr>
        <dsp:cNvPr id="0" name=""/>
        <dsp:cNvSpPr/>
      </dsp:nvSpPr>
      <dsp:spPr>
        <a:xfrm>
          <a:off x="2644593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Assembling model</a:t>
          </a:r>
          <a:endParaRPr lang="fr-FR" sz="600" kern="1200" noProof="0" dirty="0"/>
        </a:p>
      </dsp:txBody>
      <dsp:txXfrm>
        <a:off x="2653068" y="2752862"/>
        <a:ext cx="1140520" cy="272417"/>
      </dsp:txXfrm>
    </dsp:sp>
    <dsp:sp modelId="{83B7FB6D-63F5-477F-B8B9-C8513A6E9257}">
      <dsp:nvSpPr>
        <dsp:cNvPr id="0" name=""/>
        <dsp:cNvSpPr/>
      </dsp:nvSpPr>
      <dsp:spPr>
        <a:xfrm rot="5400000">
          <a:off x="3198009" y="305907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68432"/>
            <a:satOff val="468"/>
            <a:lumOff val="211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4D87C81-6569-4EA1-A201-7D5233941020}">
      <dsp:nvSpPr>
        <dsp:cNvPr id="0" name=""/>
        <dsp:cNvSpPr/>
      </dsp:nvSpPr>
      <dsp:spPr>
        <a:xfrm>
          <a:off x="2644593" y="313503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Update code</a:t>
          </a:r>
        </a:p>
      </dsp:txBody>
      <dsp:txXfrm>
        <a:off x="2653068" y="3143508"/>
        <a:ext cx="1140520" cy="272417"/>
      </dsp:txXfrm>
    </dsp:sp>
    <dsp:sp modelId="{6099B49D-CAC1-4E2D-A185-6B6673520A82}">
      <dsp:nvSpPr>
        <dsp:cNvPr id="0" name=""/>
        <dsp:cNvSpPr/>
      </dsp:nvSpPr>
      <dsp:spPr>
        <a:xfrm>
          <a:off x="3964109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59611"/>
            <a:satOff val="5669"/>
            <a:lumOff val="28889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/>
            <a:t>Thrower</a:t>
          </a:r>
          <a:endParaRPr lang="fr-FR" sz="1200" kern="1200" noProof="0" dirty="0"/>
        </a:p>
      </dsp:txBody>
      <dsp:txXfrm>
        <a:off x="3972584" y="799632"/>
        <a:ext cx="1140520" cy="272417"/>
      </dsp:txXfrm>
    </dsp:sp>
    <dsp:sp modelId="{620A3AC7-D53C-4DB3-87F0-CBD088B28200}">
      <dsp:nvSpPr>
        <dsp:cNvPr id="0" name=""/>
        <dsp:cNvSpPr/>
      </dsp:nvSpPr>
      <dsp:spPr>
        <a:xfrm rot="5400000">
          <a:off x="4517524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88901"/>
            <a:satOff val="494"/>
            <a:lumOff val="223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7952510-0181-43D1-9E56-8F42F4C4A1A3}">
      <dsp:nvSpPr>
        <dsp:cNvPr id="0" name=""/>
        <dsp:cNvSpPr/>
      </dsp:nvSpPr>
      <dsp:spPr>
        <a:xfrm>
          <a:off x="3964109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Azel</a:t>
          </a:r>
          <a:endParaRPr lang="fr-FR" sz="600" kern="1200" noProof="0" dirty="0"/>
        </a:p>
      </dsp:txBody>
      <dsp:txXfrm>
        <a:off x="3972584" y="1190278"/>
        <a:ext cx="1140520" cy="272417"/>
      </dsp:txXfrm>
    </dsp:sp>
    <dsp:sp modelId="{A4E0D477-65D0-4C8E-82B7-DBE032B47A77}">
      <dsp:nvSpPr>
        <dsp:cNvPr id="0" name=""/>
        <dsp:cNvSpPr/>
      </dsp:nvSpPr>
      <dsp:spPr>
        <a:xfrm rot="5400000">
          <a:off x="4517524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09369"/>
            <a:satOff val="520"/>
            <a:lumOff val="235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0FF415-91A4-4163-AB3F-A76F6323E65A}">
      <dsp:nvSpPr>
        <dsp:cNvPr id="0" name=""/>
        <dsp:cNvSpPr/>
      </dsp:nvSpPr>
      <dsp:spPr>
        <a:xfrm>
          <a:off x="3964109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Code</a:t>
          </a:r>
        </a:p>
      </dsp:txBody>
      <dsp:txXfrm>
        <a:off x="3972584" y="1580924"/>
        <a:ext cx="1140520" cy="272417"/>
      </dsp:txXfrm>
    </dsp:sp>
    <dsp:sp modelId="{C99E7CC8-BA8C-4799-96B4-7F4244D04547}">
      <dsp:nvSpPr>
        <dsp:cNvPr id="0" name=""/>
        <dsp:cNvSpPr/>
      </dsp:nvSpPr>
      <dsp:spPr>
        <a:xfrm rot="5400000">
          <a:off x="4517524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29838"/>
            <a:satOff val="546"/>
            <a:lumOff val="247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E8C1519-8A8F-4957-ADA4-BB6DCB6E02D4}">
      <dsp:nvSpPr>
        <dsp:cNvPr id="0" name=""/>
        <dsp:cNvSpPr/>
      </dsp:nvSpPr>
      <dsp:spPr>
        <a:xfrm>
          <a:off x="3964109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Montage Electric</a:t>
          </a:r>
        </a:p>
      </dsp:txBody>
      <dsp:txXfrm>
        <a:off x="3972584" y="1971570"/>
        <a:ext cx="1140520" cy="272417"/>
      </dsp:txXfrm>
    </dsp:sp>
    <dsp:sp modelId="{7749FCFD-BA08-4C2B-8C85-053B0221F283}">
      <dsp:nvSpPr>
        <dsp:cNvPr id="0" name=""/>
        <dsp:cNvSpPr/>
      </dsp:nvSpPr>
      <dsp:spPr>
        <a:xfrm rot="5400000">
          <a:off x="4517524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50306"/>
            <a:satOff val="572"/>
            <a:lumOff val="258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1E2D232-51B1-49CE-9267-DD770C9A5A1D}">
      <dsp:nvSpPr>
        <dsp:cNvPr id="0" name=""/>
        <dsp:cNvSpPr/>
      </dsp:nvSpPr>
      <dsp:spPr>
        <a:xfrm>
          <a:off x="3964109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Test PWM</a:t>
          </a:r>
        </a:p>
      </dsp:txBody>
      <dsp:txXfrm>
        <a:off x="3972584" y="2362216"/>
        <a:ext cx="1140520" cy="272417"/>
      </dsp:txXfrm>
    </dsp:sp>
    <dsp:sp modelId="{29BD7540-A2BB-42DD-AA97-F27941F79F18}">
      <dsp:nvSpPr>
        <dsp:cNvPr id="0" name=""/>
        <dsp:cNvSpPr/>
      </dsp:nvSpPr>
      <dsp:spPr>
        <a:xfrm>
          <a:off x="5283625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479481"/>
            <a:satOff val="7558"/>
            <a:lumOff val="38518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Software</a:t>
          </a:r>
          <a:endParaRPr lang="fr-FR" sz="1200" kern="1200" noProof="0" dirty="0"/>
        </a:p>
      </dsp:txBody>
      <dsp:txXfrm>
        <a:off x="5292100" y="799632"/>
        <a:ext cx="1140520" cy="272417"/>
      </dsp:txXfrm>
    </dsp:sp>
    <dsp:sp modelId="{31B413C7-910B-47E7-88C3-160DB10D00F1}">
      <dsp:nvSpPr>
        <dsp:cNvPr id="0" name=""/>
        <dsp:cNvSpPr/>
      </dsp:nvSpPr>
      <dsp:spPr>
        <a:xfrm rot="5400000">
          <a:off x="5837040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70775"/>
            <a:satOff val="598"/>
            <a:lumOff val="270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3DBFA1A-3823-4209-9CD6-DBDD456F39FB}">
      <dsp:nvSpPr>
        <dsp:cNvPr id="0" name=""/>
        <dsp:cNvSpPr/>
      </dsp:nvSpPr>
      <dsp:spPr>
        <a:xfrm>
          <a:off x="5283625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/>
            <a:t>Adrien </a:t>
          </a:r>
          <a:r>
            <a:rPr lang="fr-FR" sz="600" b="1" kern="1200" noProof="0" dirty="0" err="1"/>
            <a:t>Mojika</a:t>
          </a:r>
          <a:endParaRPr lang="fr-FR" sz="600" b="1" kern="1200" noProof="0" dirty="0"/>
        </a:p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/>
            <a:t>         Mélanie </a:t>
          </a:r>
          <a:r>
            <a:rPr lang="fr-FR" sz="600" b="1" kern="1200" noProof="0" dirty="0" err="1"/>
            <a:t>Brulc</a:t>
          </a:r>
          <a:endParaRPr lang="fr-FR" sz="600" b="1" kern="1200" noProof="0" dirty="0"/>
        </a:p>
      </dsp:txBody>
      <dsp:txXfrm>
        <a:off x="5292100" y="1190278"/>
        <a:ext cx="1140520" cy="272417"/>
      </dsp:txXfrm>
    </dsp:sp>
    <dsp:sp modelId="{E7F7C4A8-2F3A-49BA-B2E4-CF48FCA5D8D8}">
      <dsp:nvSpPr>
        <dsp:cNvPr id="0" name=""/>
        <dsp:cNvSpPr/>
      </dsp:nvSpPr>
      <dsp:spPr>
        <a:xfrm rot="5400000">
          <a:off x="5837040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91243"/>
            <a:satOff val="624"/>
            <a:lumOff val="282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FC48671-9963-4D19-B9E6-9EC4F41AD37F}">
      <dsp:nvSpPr>
        <dsp:cNvPr id="0" name=""/>
        <dsp:cNvSpPr/>
      </dsp:nvSpPr>
      <dsp:spPr>
        <a:xfrm>
          <a:off x="5283625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Line follower code</a:t>
          </a:r>
          <a:endParaRPr lang="fr-FR" sz="600" kern="1200" noProof="0" dirty="0"/>
        </a:p>
      </dsp:txBody>
      <dsp:txXfrm>
        <a:off x="5292100" y="1580924"/>
        <a:ext cx="1140520" cy="272417"/>
      </dsp:txXfrm>
    </dsp:sp>
    <dsp:sp modelId="{70184B3D-752F-4C56-B8FA-B06841EF4ACA}">
      <dsp:nvSpPr>
        <dsp:cNvPr id="0" name=""/>
        <dsp:cNvSpPr/>
      </dsp:nvSpPr>
      <dsp:spPr>
        <a:xfrm rot="5400000">
          <a:off x="5837040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11712"/>
            <a:satOff val="650"/>
            <a:lumOff val="294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C1D884-3C20-4BD5-921A-3FC525D12ABD}">
      <dsp:nvSpPr>
        <dsp:cNvPr id="0" name=""/>
        <dsp:cNvSpPr/>
      </dsp:nvSpPr>
      <dsp:spPr>
        <a:xfrm>
          <a:off x="5283625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Executable</a:t>
          </a:r>
          <a:endParaRPr lang="fr-FR" sz="600" kern="1200" noProof="0" dirty="0"/>
        </a:p>
      </dsp:txBody>
      <dsp:txXfrm>
        <a:off x="5292100" y="1971570"/>
        <a:ext cx="1140520" cy="272417"/>
      </dsp:txXfrm>
    </dsp:sp>
    <dsp:sp modelId="{659A1D33-8174-4164-B8AD-7A3F22BEAD11}">
      <dsp:nvSpPr>
        <dsp:cNvPr id="0" name=""/>
        <dsp:cNvSpPr/>
      </dsp:nvSpPr>
      <dsp:spPr>
        <a:xfrm rot="5400000">
          <a:off x="5837040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32180"/>
            <a:satOff val="676"/>
            <a:lumOff val="305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D15750F-B05D-4C7F-AE9C-260EC4AB70F3}">
      <dsp:nvSpPr>
        <dsp:cNvPr id="0" name=""/>
        <dsp:cNvSpPr/>
      </dsp:nvSpPr>
      <dsp:spPr>
        <a:xfrm>
          <a:off x="5283625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Initialisation</a:t>
          </a:r>
        </a:p>
      </dsp:txBody>
      <dsp:txXfrm>
        <a:off x="5292100" y="2362216"/>
        <a:ext cx="1140520" cy="272417"/>
      </dsp:txXfrm>
    </dsp:sp>
    <dsp:sp modelId="{B9F624F8-55F2-4AE8-A88D-D92C3C271215}">
      <dsp:nvSpPr>
        <dsp:cNvPr id="0" name=""/>
        <dsp:cNvSpPr/>
      </dsp:nvSpPr>
      <dsp:spPr>
        <a:xfrm rot="5400000">
          <a:off x="5837040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52648"/>
            <a:satOff val="702"/>
            <a:lumOff val="317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182654-D593-4360-BA1A-9F41BB52317F}">
      <dsp:nvSpPr>
        <dsp:cNvPr id="0" name=""/>
        <dsp:cNvSpPr/>
      </dsp:nvSpPr>
      <dsp:spPr>
        <a:xfrm>
          <a:off x="5283625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Update all </a:t>
          </a:r>
          <a:r>
            <a:rPr lang="fr-FR" sz="600" kern="1200" noProof="0" dirty="0" err="1"/>
            <a:t>cards</a:t>
          </a:r>
          <a:endParaRPr lang="fr-FR" sz="600" kern="1200" noProof="0" dirty="0"/>
        </a:p>
      </dsp:txBody>
      <dsp:txXfrm>
        <a:off x="5292100" y="2752862"/>
        <a:ext cx="1140520" cy="272417"/>
      </dsp:txXfrm>
    </dsp:sp>
    <dsp:sp modelId="{595FBDC9-4E2E-4AA7-93C6-305CFFE528BB}">
      <dsp:nvSpPr>
        <dsp:cNvPr id="0" name=""/>
        <dsp:cNvSpPr/>
      </dsp:nvSpPr>
      <dsp:spPr>
        <a:xfrm rot="5400000">
          <a:off x="5837040" y="305907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52648"/>
            <a:satOff val="702"/>
            <a:lumOff val="317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C818C2-B9CF-456F-8A8A-D73EC8E70D69}">
      <dsp:nvSpPr>
        <dsp:cNvPr id="0" name=""/>
        <dsp:cNvSpPr/>
      </dsp:nvSpPr>
      <dsp:spPr>
        <a:xfrm>
          <a:off x="5283625" y="313503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Cleaning</a:t>
          </a:r>
          <a:r>
            <a:rPr lang="fr-FR" sz="600" kern="1200" noProof="0" dirty="0"/>
            <a:t>, </a:t>
          </a:r>
          <a:r>
            <a:rPr lang="fr-FR" sz="600" kern="1200" noProof="0" dirty="0" err="1"/>
            <a:t>error</a:t>
          </a:r>
          <a:r>
            <a:rPr lang="fr-FR" sz="600" kern="1200" noProof="0" dirty="0"/>
            <a:t> </a:t>
          </a:r>
          <a:r>
            <a:rPr lang="fr-FR" sz="600" kern="1200" noProof="0" dirty="0" err="1"/>
            <a:t>cabling</a:t>
          </a:r>
          <a:r>
            <a:rPr lang="fr-FR" sz="600" kern="1200" noProof="0" dirty="0"/>
            <a:t> </a:t>
          </a:r>
          <a:r>
            <a:rPr lang="fr-FR" sz="600" kern="1200" noProof="0" dirty="0" err="1"/>
            <a:t>etc</a:t>
          </a:r>
          <a:endParaRPr lang="fr-FR" sz="600" kern="1200" noProof="0" dirty="0"/>
        </a:p>
      </dsp:txBody>
      <dsp:txXfrm>
        <a:off x="5292100" y="3143508"/>
        <a:ext cx="1140520" cy="272417"/>
      </dsp:txXfrm>
    </dsp:sp>
    <dsp:sp modelId="{D8228C2C-563B-43D8-9651-0B11234A6637}">
      <dsp:nvSpPr>
        <dsp:cNvPr id="0" name=""/>
        <dsp:cNvSpPr/>
      </dsp:nvSpPr>
      <dsp:spPr>
        <a:xfrm rot="5400000">
          <a:off x="5837040" y="3449721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32180"/>
            <a:satOff val="676"/>
            <a:lumOff val="305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83B96F5-25C7-414B-9383-43FC73958900}">
      <dsp:nvSpPr>
        <dsp:cNvPr id="0" name=""/>
        <dsp:cNvSpPr/>
      </dsp:nvSpPr>
      <dsp:spPr>
        <a:xfrm>
          <a:off x="5283625" y="3525680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Real time </a:t>
          </a:r>
        </a:p>
      </dsp:txBody>
      <dsp:txXfrm>
        <a:off x="5292100" y="3534155"/>
        <a:ext cx="1140520" cy="272417"/>
      </dsp:txXfrm>
    </dsp:sp>
    <dsp:sp modelId="{449405C7-5CE1-47AE-B3E3-49A4FFAD23B4}">
      <dsp:nvSpPr>
        <dsp:cNvPr id="0" name=""/>
        <dsp:cNvSpPr/>
      </dsp:nvSpPr>
      <dsp:spPr>
        <a:xfrm>
          <a:off x="6603141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479481"/>
            <a:satOff val="7558"/>
            <a:lumOff val="38518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PCB</a:t>
          </a:r>
          <a:endParaRPr lang="fr-FR" sz="1200" kern="1200" noProof="0" dirty="0"/>
        </a:p>
      </dsp:txBody>
      <dsp:txXfrm>
        <a:off x="6611616" y="799632"/>
        <a:ext cx="1140520" cy="272417"/>
      </dsp:txXfrm>
    </dsp:sp>
    <dsp:sp modelId="{80E7ED24-73E7-49DB-89D8-675EBBF65667}">
      <dsp:nvSpPr>
        <dsp:cNvPr id="0" name=""/>
        <dsp:cNvSpPr/>
      </dsp:nvSpPr>
      <dsp:spPr>
        <a:xfrm rot="5400000">
          <a:off x="7156556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511712"/>
            <a:satOff val="650"/>
            <a:lumOff val="294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26464CE-15BF-4776-8286-E85D1A4D736D}">
      <dsp:nvSpPr>
        <dsp:cNvPr id="0" name=""/>
        <dsp:cNvSpPr/>
      </dsp:nvSpPr>
      <dsp:spPr>
        <a:xfrm>
          <a:off x="6603141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rtlCol="0" anchor="ctr" anchorCtr="0">
          <a:noAutofit/>
        </a:bodyPr>
        <a:lstStyle/>
        <a:p>
          <a:pPr marL="0" lvl="0" indent="0" algn="l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             Quentin </a:t>
          </a:r>
          <a:r>
            <a:rPr lang="en-US" sz="600" b="1" kern="1200" dirty="0" err="1"/>
            <a:t>Baudin</a:t>
          </a:r>
          <a:endParaRPr lang="fr-FR" sz="600" b="1" kern="1200" noProof="0" dirty="0"/>
        </a:p>
      </dsp:txBody>
      <dsp:txXfrm>
        <a:off x="6611616" y="1190278"/>
        <a:ext cx="1140520" cy="272417"/>
      </dsp:txXfrm>
    </dsp:sp>
    <dsp:sp modelId="{A0EF812D-7540-4C5E-BD97-55D8BA4C6B1B}">
      <dsp:nvSpPr>
        <dsp:cNvPr id="0" name=""/>
        <dsp:cNvSpPr/>
      </dsp:nvSpPr>
      <dsp:spPr>
        <a:xfrm rot="5400000">
          <a:off x="7156556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91243"/>
            <a:satOff val="624"/>
            <a:lumOff val="282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378FE78-6C21-4DC5-A248-A34392B1027F}">
      <dsp:nvSpPr>
        <dsp:cNvPr id="0" name=""/>
        <dsp:cNvSpPr/>
      </dsp:nvSpPr>
      <dsp:spPr>
        <a:xfrm>
          <a:off x="6603141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Supply PCB Prototyping</a:t>
          </a:r>
          <a:endParaRPr lang="fr-FR" sz="600" kern="1200" noProof="0" dirty="0"/>
        </a:p>
      </dsp:txBody>
      <dsp:txXfrm>
        <a:off x="6611616" y="1580924"/>
        <a:ext cx="1140520" cy="272417"/>
      </dsp:txXfrm>
    </dsp:sp>
    <dsp:sp modelId="{BD90908C-7340-4BD3-9F41-95943201BF15}">
      <dsp:nvSpPr>
        <dsp:cNvPr id="0" name=""/>
        <dsp:cNvSpPr/>
      </dsp:nvSpPr>
      <dsp:spPr>
        <a:xfrm rot="5400000">
          <a:off x="7156556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70775"/>
            <a:satOff val="598"/>
            <a:lumOff val="270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CBB947A-00A2-4C77-99BE-321EE704322D}">
      <dsp:nvSpPr>
        <dsp:cNvPr id="0" name=""/>
        <dsp:cNvSpPr/>
      </dsp:nvSpPr>
      <dsp:spPr>
        <a:xfrm>
          <a:off x="6603141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Data PCB Prototyping</a:t>
          </a:r>
          <a:endParaRPr lang="fr-FR" sz="600" kern="1200" noProof="0" dirty="0"/>
        </a:p>
      </dsp:txBody>
      <dsp:txXfrm>
        <a:off x="6611616" y="1971570"/>
        <a:ext cx="1140520" cy="272417"/>
      </dsp:txXfrm>
    </dsp:sp>
    <dsp:sp modelId="{A4FC908C-308C-422B-82EE-D9EC78361C7A}">
      <dsp:nvSpPr>
        <dsp:cNvPr id="0" name=""/>
        <dsp:cNvSpPr/>
      </dsp:nvSpPr>
      <dsp:spPr>
        <a:xfrm rot="5400000">
          <a:off x="7156556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50306"/>
            <a:satOff val="572"/>
            <a:lumOff val="258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21EAE9-449D-4A44-94EB-F48C87196A4B}">
      <dsp:nvSpPr>
        <dsp:cNvPr id="0" name=""/>
        <dsp:cNvSpPr/>
      </dsp:nvSpPr>
      <dsp:spPr>
        <a:xfrm>
          <a:off x="6603141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PCBs</a:t>
          </a:r>
          <a:r>
            <a:rPr lang="fr-FR" sz="600" kern="1200" noProof="0" dirty="0"/>
            <a:t> </a:t>
          </a:r>
          <a:r>
            <a:rPr lang="fr-FR" sz="600" kern="1200" noProof="0" dirty="0" err="1"/>
            <a:t>Deployment</a:t>
          </a:r>
          <a:endParaRPr lang="fr-FR" sz="600" kern="1200" noProof="0" dirty="0"/>
        </a:p>
      </dsp:txBody>
      <dsp:txXfrm>
        <a:off x="6611616" y="2362216"/>
        <a:ext cx="1140520" cy="272417"/>
      </dsp:txXfrm>
    </dsp:sp>
    <dsp:sp modelId="{1F53D60A-191A-4C36-919D-C51F6073E2AB}">
      <dsp:nvSpPr>
        <dsp:cNvPr id="0" name=""/>
        <dsp:cNvSpPr/>
      </dsp:nvSpPr>
      <dsp:spPr>
        <a:xfrm rot="5400000">
          <a:off x="7156556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29838"/>
            <a:satOff val="546"/>
            <a:lumOff val="247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27DDF7A-80A2-497F-B108-251FA25542B3}">
      <dsp:nvSpPr>
        <dsp:cNvPr id="0" name=""/>
        <dsp:cNvSpPr/>
      </dsp:nvSpPr>
      <dsp:spPr>
        <a:xfrm>
          <a:off x="6603141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PCBs Integration </a:t>
          </a:r>
          <a:endParaRPr lang="fr-FR" sz="600" kern="1200" noProof="0" dirty="0"/>
        </a:p>
      </dsp:txBody>
      <dsp:txXfrm>
        <a:off x="6611616" y="2752862"/>
        <a:ext cx="1140520" cy="272417"/>
      </dsp:txXfrm>
    </dsp:sp>
    <dsp:sp modelId="{689CC89A-2639-45B6-9FC3-3B880D4F7A71}">
      <dsp:nvSpPr>
        <dsp:cNvPr id="0" name=""/>
        <dsp:cNvSpPr/>
      </dsp:nvSpPr>
      <dsp:spPr>
        <a:xfrm>
          <a:off x="7922657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59611"/>
            <a:satOff val="5669"/>
            <a:lumOff val="28889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 dirty="0"/>
            <a:t>Raspberry pi</a:t>
          </a:r>
        </a:p>
      </dsp:txBody>
      <dsp:txXfrm>
        <a:off x="7931132" y="799632"/>
        <a:ext cx="1140520" cy="272417"/>
      </dsp:txXfrm>
    </dsp:sp>
    <dsp:sp modelId="{5249BB87-C15C-48F3-B24D-9529A338B709}">
      <dsp:nvSpPr>
        <dsp:cNvPr id="0" name=""/>
        <dsp:cNvSpPr/>
      </dsp:nvSpPr>
      <dsp:spPr>
        <a:xfrm rot="5400000">
          <a:off x="8476072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09369"/>
            <a:satOff val="520"/>
            <a:lumOff val="235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C78953-BEF6-4C7B-890E-4D93899D6059}">
      <dsp:nvSpPr>
        <dsp:cNvPr id="0" name=""/>
        <dsp:cNvSpPr/>
      </dsp:nvSpPr>
      <dsp:spPr>
        <a:xfrm>
          <a:off x="7922657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/>
            <a:t>M1 + mél</a:t>
          </a:r>
        </a:p>
      </dsp:txBody>
      <dsp:txXfrm>
        <a:off x="7931132" y="1190278"/>
        <a:ext cx="1140520" cy="272417"/>
      </dsp:txXfrm>
    </dsp:sp>
    <dsp:sp modelId="{36E9807E-A153-4F69-886D-2E3C5D1883CE}">
      <dsp:nvSpPr>
        <dsp:cNvPr id="0" name=""/>
        <dsp:cNvSpPr/>
      </dsp:nvSpPr>
      <dsp:spPr>
        <a:xfrm rot="5400000">
          <a:off x="8476072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88901"/>
            <a:satOff val="494"/>
            <a:lumOff val="223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AD7B3EF-3378-4CF8-9784-46C724508D96}">
      <dsp:nvSpPr>
        <dsp:cNvPr id="0" name=""/>
        <dsp:cNvSpPr/>
      </dsp:nvSpPr>
      <dsp:spPr>
        <a:xfrm>
          <a:off x="7922657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Environment</a:t>
          </a:r>
          <a:r>
            <a:rPr lang="fr-FR" sz="600" kern="1200" noProof="0" dirty="0"/>
            <a:t> configuration</a:t>
          </a:r>
        </a:p>
      </dsp:txBody>
      <dsp:txXfrm>
        <a:off x="7931132" y="1580924"/>
        <a:ext cx="1140520" cy="272417"/>
      </dsp:txXfrm>
    </dsp:sp>
    <dsp:sp modelId="{B2ECC9C4-80A0-48CA-AD25-3C78761078D6}">
      <dsp:nvSpPr>
        <dsp:cNvPr id="0" name=""/>
        <dsp:cNvSpPr/>
      </dsp:nvSpPr>
      <dsp:spPr>
        <a:xfrm rot="5400000">
          <a:off x="8476072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68432"/>
            <a:satOff val="468"/>
            <a:lumOff val="211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63377B7-A72D-4375-9BF0-96FFA35432AD}">
      <dsp:nvSpPr>
        <dsp:cNvPr id="0" name=""/>
        <dsp:cNvSpPr/>
      </dsp:nvSpPr>
      <dsp:spPr>
        <a:xfrm>
          <a:off x="7922657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LCD</a:t>
          </a:r>
        </a:p>
      </dsp:txBody>
      <dsp:txXfrm>
        <a:off x="7931132" y="1971570"/>
        <a:ext cx="1140520" cy="272417"/>
      </dsp:txXfrm>
    </dsp:sp>
    <dsp:sp modelId="{2881561F-4323-460D-80B6-E3CEA6FC425C}">
      <dsp:nvSpPr>
        <dsp:cNvPr id="0" name=""/>
        <dsp:cNvSpPr/>
      </dsp:nvSpPr>
      <dsp:spPr>
        <a:xfrm rot="5400000">
          <a:off x="8476072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47964"/>
            <a:satOff val="442"/>
            <a:lumOff val="200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9E846B7-CEC9-448C-A649-25D67345A0FC}">
      <dsp:nvSpPr>
        <dsp:cNvPr id="0" name=""/>
        <dsp:cNvSpPr/>
      </dsp:nvSpPr>
      <dsp:spPr>
        <a:xfrm>
          <a:off x="7922657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Camera</a:t>
          </a:r>
        </a:p>
      </dsp:txBody>
      <dsp:txXfrm>
        <a:off x="7931132" y="2362216"/>
        <a:ext cx="1140520" cy="272417"/>
      </dsp:txXfrm>
    </dsp:sp>
    <dsp:sp modelId="{E261B934-EC33-4234-A11B-8ACA6EC4784C}">
      <dsp:nvSpPr>
        <dsp:cNvPr id="0" name=""/>
        <dsp:cNvSpPr/>
      </dsp:nvSpPr>
      <dsp:spPr>
        <a:xfrm rot="5400000">
          <a:off x="8476072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27495"/>
            <a:satOff val="416"/>
            <a:lumOff val="188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6BF05CB-410F-4385-BC41-103F5BEBCFAA}">
      <dsp:nvSpPr>
        <dsp:cNvPr id="0" name=""/>
        <dsp:cNvSpPr/>
      </dsp:nvSpPr>
      <dsp:spPr>
        <a:xfrm>
          <a:off x="7922657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Audio</a:t>
          </a:r>
        </a:p>
      </dsp:txBody>
      <dsp:txXfrm>
        <a:off x="7931132" y="2752862"/>
        <a:ext cx="1140520" cy="272417"/>
      </dsp:txXfrm>
    </dsp:sp>
    <dsp:sp modelId="{81FE9680-FE51-47B6-AE6E-28D5BC257324}">
      <dsp:nvSpPr>
        <dsp:cNvPr id="0" name=""/>
        <dsp:cNvSpPr/>
      </dsp:nvSpPr>
      <dsp:spPr>
        <a:xfrm rot="5400000">
          <a:off x="8476072" y="305907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307027"/>
            <a:satOff val="390"/>
            <a:lumOff val="176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686F73B-85F1-4823-B06D-E13829BF1834}">
      <dsp:nvSpPr>
        <dsp:cNvPr id="0" name=""/>
        <dsp:cNvSpPr/>
      </dsp:nvSpPr>
      <dsp:spPr>
        <a:xfrm>
          <a:off x="7922657" y="313503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Network (</a:t>
          </a:r>
          <a:r>
            <a:rPr lang="fr-FR" sz="600" kern="1200" noProof="0" dirty="0" err="1"/>
            <a:t>peneque</a:t>
          </a:r>
          <a:r>
            <a:rPr lang="fr-FR" sz="600" kern="1200" noProof="0" dirty="0"/>
            <a:t> + flux </a:t>
          </a:r>
          <a:r>
            <a:rPr lang="fr-FR" sz="600" kern="1200" noProof="0" dirty="0" err="1"/>
            <a:t>vlc</a:t>
          </a:r>
          <a:r>
            <a:rPr lang="fr-FR" sz="600" kern="1200" noProof="0" dirty="0"/>
            <a:t>)</a:t>
          </a:r>
        </a:p>
      </dsp:txBody>
      <dsp:txXfrm>
        <a:off x="7931132" y="3143508"/>
        <a:ext cx="1140520" cy="272417"/>
      </dsp:txXfrm>
    </dsp:sp>
    <dsp:sp modelId="{B4159A4D-0EC4-4154-9F38-E1A52644B446}">
      <dsp:nvSpPr>
        <dsp:cNvPr id="0" name=""/>
        <dsp:cNvSpPr/>
      </dsp:nvSpPr>
      <dsp:spPr>
        <a:xfrm rot="5400000">
          <a:off x="8476072" y="3449721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86558"/>
            <a:satOff val="364"/>
            <a:lumOff val="1647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C68D6F0-8CF1-4620-9F08-0EFF055FD5E4}">
      <dsp:nvSpPr>
        <dsp:cNvPr id="0" name=""/>
        <dsp:cNvSpPr/>
      </dsp:nvSpPr>
      <dsp:spPr>
        <a:xfrm>
          <a:off x="7922657" y="3525680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/>
            <a:t>Robot integration </a:t>
          </a:r>
          <a:endParaRPr lang="fr-FR" sz="600" kern="1200" noProof="0" dirty="0"/>
        </a:p>
      </dsp:txBody>
      <dsp:txXfrm>
        <a:off x="7931132" y="3534155"/>
        <a:ext cx="1140520" cy="272417"/>
      </dsp:txXfrm>
    </dsp:sp>
    <dsp:sp modelId="{1AC4D9E4-532B-459F-B4DB-5246D0EACB8A}">
      <dsp:nvSpPr>
        <dsp:cNvPr id="0" name=""/>
        <dsp:cNvSpPr/>
      </dsp:nvSpPr>
      <dsp:spPr>
        <a:xfrm>
          <a:off x="9242173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239740"/>
            <a:satOff val="3779"/>
            <a:lumOff val="19259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 dirty="0"/>
            <a:t>Lidar</a:t>
          </a:r>
        </a:p>
      </dsp:txBody>
      <dsp:txXfrm>
        <a:off x="9250648" y="799632"/>
        <a:ext cx="1140520" cy="272417"/>
      </dsp:txXfrm>
    </dsp:sp>
    <dsp:sp modelId="{0CC6EF0D-96BD-4BE3-9DCE-4EE3BD307B5A}">
      <dsp:nvSpPr>
        <dsp:cNvPr id="0" name=""/>
        <dsp:cNvSpPr/>
      </dsp:nvSpPr>
      <dsp:spPr>
        <a:xfrm rot="5400000">
          <a:off x="9795588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66090"/>
            <a:satOff val="338"/>
            <a:lumOff val="152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D4858D1-A498-4EB7-A1E6-74689C9DE659}">
      <dsp:nvSpPr>
        <dsp:cNvPr id="0" name=""/>
        <dsp:cNvSpPr/>
      </dsp:nvSpPr>
      <dsp:spPr>
        <a:xfrm>
          <a:off x="9242173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/>
            <a:t>Adrien Nicolas</a:t>
          </a:r>
        </a:p>
      </dsp:txBody>
      <dsp:txXfrm>
        <a:off x="9250648" y="1190278"/>
        <a:ext cx="1140520" cy="272417"/>
      </dsp:txXfrm>
    </dsp:sp>
    <dsp:sp modelId="{2D6A9C2A-C22D-4DAF-B8A4-CA492B91546B}">
      <dsp:nvSpPr>
        <dsp:cNvPr id="0" name=""/>
        <dsp:cNvSpPr/>
      </dsp:nvSpPr>
      <dsp:spPr>
        <a:xfrm rot="5400000">
          <a:off x="9795588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45622"/>
            <a:satOff val="312"/>
            <a:lumOff val="141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86B3CD8-F4D0-45ED-B86C-A38B022A798B}">
      <dsp:nvSpPr>
        <dsp:cNvPr id="0" name=""/>
        <dsp:cNvSpPr/>
      </dsp:nvSpPr>
      <dsp:spPr>
        <a:xfrm>
          <a:off x="9242173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Search</a:t>
          </a:r>
          <a:endParaRPr lang="fr-FR" sz="600" kern="1200" noProof="0" dirty="0"/>
        </a:p>
      </dsp:txBody>
      <dsp:txXfrm>
        <a:off x="9250648" y="1580924"/>
        <a:ext cx="1140520" cy="272417"/>
      </dsp:txXfrm>
    </dsp:sp>
    <dsp:sp modelId="{ED8E6BE7-6B26-4BB9-9764-A1979AF740DB}">
      <dsp:nvSpPr>
        <dsp:cNvPr id="0" name=""/>
        <dsp:cNvSpPr/>
      </dsp:nvSpPr>
      <dsp:spPr>
        <a:xfrm rot="5400000">
          <a:off x="9795588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25153"/>
            <a:satOff val="286"/>
            <a:lumOff val="1294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2F04C25-DF11-4BF1-8F12-356D65A8A5CF}">
      <dsp:nvSpPr>
        <dsp:cNvPr id="0" name=""/>
        <dsp:cNvSpPr/>
      </dsp:nvSpPr>
      <dsp:spPr>
        <a:xfrm>
          <a:off x="9242173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 err="1"/>
            <a:t>Cabling</a:t>
          </a:r>
          <a:endParaRPr lang="fr-FR" sz="600" kern="1200" noProof="0" dirty="0"/>
        </a:p>
      </dsp:txBody>
      <dsp:txXfrm>
        <a:off x="9250648" y="1971570"/>
        <a:ext cx="1140520" cy="272417"/>
      </dsp:txXfrm>
    </dsp:sp>
    <dsp:sp modelId="{E12CE121-61FA-41CC-9881-F136EF75C62C}">
      <dsp:nvSpPr>
        <dsp:cNvPr id="0" name=""/>
        <dsp:cNvSpPr/>
      </dsp:nvSpPr>
      <dsp:spPr>
        <a:xfrm rot="5400000">
          <a:off x="9795588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04685"/>
            <a:satOff val="260"/>
            <a:lumOff val="1176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9135D4-7644-4143-9F35-731756703A55}">
      <dsp:nvSpPr>
        <dsp:cNvPr id="0" name=""/>
        <dsp:cNvSpPr/>
      </dsp:nvSpPr>
      <dsp:spPr>
        <a:xfrm>
          <a:off x="9242173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Data </a:t>
          </a:r>
          <a:r>
            <a:rPr lang="fr-FR" sz="600" kern="1200" noProof="0" dirty="0" err="1"/>
            <a:t>sending</a:t>
          </a:r>
          <a:endParaRPr lang="fr-FR" sz="600" kern="1200" noProof="0" dirty="0"/>
        </a:p>
      </dsp:txBody>
      <dsp:txXfrm>
        <a:off x="9250648" y="2362216"/>
        <a:ext cx="1140520" cy="272417"/>
      </dsp:txXfrm>
    </dsp:sp>
    <dsp:sp modelId="{E364FBCA-669D-491E-B56E-4CB6B6B8EA96}">
      <dsp:nvSpPr>
        <dsp:cNvPr id="0" name=""/>
        <dsp:cNvSpPr/>
      </dsp:nvSpPr>
      <dsp:spPr>
        <a:xfrm rot="5400000">
          <a:off x="9795588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84216"/>
            <a:satOff val="234"/>
            <a:lumOff val="105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B40E273-15B4-470E-B68D-5C0159B7692F}">
      <dsp:nvSpPr>
        <dsp:cNvPr id="0" name=""/>
        <dsp:cNvSpPr/>
      </dsp:nvSpPr>
      <dsp:spPr>
        <a:xfrm>
          <a:off x="9242173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Data </a:t>
          </a:r>
          <a:r>
            <a:rPr lang="fr-FR" sz="600" kern="1200" noProof="0" dirty="0" err="1"/>
            <a:t>treatment</a:t>
          </a:r>
          <a:endParaRPr lang="fr-FR" sz="600" kern="1200" noProof="0" dirty="0"/>
        </a:p>
      </dsp:txBody>
      <dsp:txXfrm>
        <a:off x="9250648" y="2752862"/>
        <a:ext cx="1140520" cy="272417"/>
      </dsp:txXfrm>
    </dsp:sp>
    <dsp:sp modelId="{26EE2846-1AE9-42FB-BE30-D2962E9A0A7F}">
      <dsp:nvSpPr>
        <dsp:cNvPr id="0" name=""/>
        <dsp:cNvSpPr/>
      </dsp:nvSpPr>
      <dsp:spPr>
        <a:xfrm rot="5400000">
          <a:off x="9795588" y="305907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63748"/>
            <a:satOff val="208"/>
            <a:lumOff val="94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42B4EF6-31F6-4EE7-95EA-7A6B6D178455}">
      <dsp:nvSpPr>
        <dsp:cNvPr id="0" name=""/>
        <dsp:cNvSpPr/>
      </dsp:nvSpPr>
      <dsp:spPr>
        <a:xfrm>
          <a:off x="9242173" y="313503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Robot </a:t>
          </a:r>
          <a:r>
            <a:rPr lang="fr-FR" sz="600" kern="1200" noProof="0" dirty="0" err="1"/>
            <a:t>integration</a:t>
          </a:r>
          <a:r>
            <a:rPr lang="fr-FR" sz="600" kern="1200" noProof="0" dirty="0"/>
            <a:t> </a:t>
          </a:r>
        </a:p>
      </dsp:txBody>
      <dsp:txXfrm>
        <a:off x="9250648" y="3143508"/>
        <a:ext cx="1140520" cy="272417"/>
      </dsp:txXfrm>
    </dsp:sp>
    <dsp:sp modelId="{963557AE-AAA9-42B7-99BB-C17341FAF9A6}">
      <dsp:nvSpPr>
        <dsp:cNvPr id="0" name=""/>
        <dsp:cNvSpPr/>
      </dsp:nvSpPr>
      <dsp:spPr>
        <a:xfrm>
          <a:off x="10561688" y="79115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119870"/>
            <a:satOff val="1890"/>
            <a:lumOff val="963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noProof="0" dirty="0"/>
            <a:t>Scenarii</a:t>
          </a:r>
        </a:p>
      </dsp:txBody>
      <dsp:txXfrm>
        <a:off x="10570163" y="799632"/>
        <a:ext cx="1140520" cy="272417"/>
      </dsp:txXfrm>
    </dsp:sp>
    <dsp:sp modelId="{4314F5B6-102B-42AB-B88A-201969BA4E8E}">
      <dsp:nvSpPr>
        <dsp:cNvPr id="0" name=""/>
        <dsp:cNvSpPr/>
      </dsp:nvSpPr>
      <dsp:spPr>
        <a:xfrm rot="5400000">
          <a:off x="11115104" y="1105844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43279"/>
            <a:satOff val="182"/>
            <a:lumOff val="82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35FF18E-286C-4204-A015-FFAB918D32F2}">
      <dsp:nvSpPr>
        <dsp:cNvPr id="0" name=""/>
        <dsp:cNvSpPr/>
      </dsp:nvSpPr>
      <dsp:spPr>
        <a:xfrm>
          <a:off x="10561688" y="1181803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b="1" kern="1200" noProof="0" dirty="0" err="1"/>
            <a:t>Everybody</a:t>
          </a:r>
          <a:endParaRPr lang="fr-FR" sz="600" b="1" kern="1200" noProof="0" dirty="0"/>
        </a:p>
      </dsp:txBody>
      <dsp:txXfrm>
        <a:off x="10570163" y="1190278"/>
        <a:ext cx="1140520" cy="272417"/>
      </dsp:txXfrm>
    </dsp:sp>
    <dsp:sp modelId="{42019143-3D9B-41F2-B855-91505143BC50}">
      <dsp:nvSpPr>
        <dsp:cNvPr id="0" name=""/>
        <dsp:cNvSpPr/>
      </dsp:nvSpPr>
      <dsp:spPr>
        <a:xfrm rot="5400000">
          <a:off x="11115104" y="1496490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22811"/>
            <a:satOff val="156"/>
            <a:lumOff val="7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75B8EB6-21C6-4F00-8FDB-C6B1C9F9D83E}">
      <dsp:nvSpPr>
        <dsp:cNvPr id="0" name=""/>
        <dsp:cNvSpPr/>
      </dsp:nvSpPr>
      <dsp:spPr>
        <a:xfrm>
          <a:off x="10561688" y="1572449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Brainstorming scenarii</a:t>
          </a:r>
        </a:p>
      </dsp:txBody>
      <dsp:txXfrm>
        <a:off x="10570163" y="1580924"/>
        <a:ext cx="1140520" cy="272417"/>
      </dsp:txXfrm>
    </dsp:sp>
    <dsp:sp modelId="{B0DD73A4-DC07-4699-AB1C-86B1B643CD1C}">
      <dsp:nvSpPr>
        <dsp:cNvPr id="0" name=""/>
        <dsp:cNvSpPr/>
      </dsp:nvSpPr>
      <dsp:spPr>
        <a:xfrm rot="5400000">
          <a:off x="11115104" y="1887136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102342"/>
            <a:satOff val="130"/>
            <a:lumOff val="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86F8FA-0D82-4667-87E7-563BEF730446}">
      <dsp:nvSpPr>
        <dsp:cNvPr id="0" name=""/>
        <dsp:cNvSpPr/>
      </dsp:nvSpPr>
      <dsp:spPr>
        <a:xfrm>
          <a:off x="10561688" y="1963095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Scenario 1</a:t>
          </a:r>
        </a:p>
      </dsp:txBody>
      <dsp:txXfrm>
        <a:off x="10570163" y="1971570"/>
        <a:ext cx="1140520" cy="272417"/>
      </dsp:txXfrm>
    </dsp:sp>
    <dsp:sp modelId="{D67B0BC6-2A08-4CD6-AA13-4C3F08509B4C}">
      <dsp:nvSpPr>
        <dsp:cNvPr id="0" name=""/>
        <dsp:cNvSpPr/>
      </dsp:nvSpPr>
      <dsp:spPr>
        <a:xfrm rot="5400000">
          <a:off x="11115104" y="2277782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81874"/>
            <a:satOff val="104"/>
            <a:lumOff val="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67AD72E-F6FC-41C5-B2BE-A23CCB4E7E5A}">
      <dsp:nvSpPr>
        <dsp:cNvPr id="0" name=""/>
        <dsp:cNvSpPr/>
      </dsp:nvSpPr>
      <dsp:spPr>
        <a:xfrm>
          <a:off x="10561688" y="2353741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Scenario 2</a:t>
          </a:r>
        </a:p>
      </dsp:txBody>
      <dsp:txXfrm>
        <a:off x="10570163" y="2362216"/>
        <a:ext cx="1140520" cy="272417"/>
      </dsp:txXfrm>
    </dsp:sp>
    <dsp:sp modelId="{AA1D7B21-D016-44B4-B435-48FFA30ACAA1}">
      <dsp:nvSpPr>
        <dsp:cNvPr id="0" name=""/>
        <dsp:cNvSpPr/>
      </dsp:nvSpPr>
      <dsp:spPr>
        <a:xfrm rot="5400000">
          <a:off x="11115104" y="2668428"/>
          <a:ext cx="5063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61405"/>
            <a:satOff val="78"/>
            <a:lumOff val="35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BF14D2-634F-4652-B44E-9E916AA43555}">
      <dsp:nvSpPr>
        <dsp:cNvPr id="0" name=""/>
        <dsp:cNvSpPr/>
      </dsp:nvSpPr>
      <dsp:spPr>
        <a:xfrm>
          <a:off x="10561688" y="2744387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Scenario 3</a:t>
          </a:r>
        </a:p>
      </dsp:txBody>
      <dsp:txXfrm>
        <a:off x="10570163" y="2752862"/>
        <a:ext cx="1140520" cy="272417"/>
      </dsp:txXfrm>
    </dsp:sp>
    <dsp:sp modelId="{C9B9ADE7-9B42-4CAA-A961-9271B15066E1}">
      <dsp:nvSpPr>
        <dsp:cNvPr id="0" name=""/>
        <dsp:cNvSpPr/>
      </dsp:nvSpPr>
      <dsp:spPr>
        <a:xfrm rot="5400000">
          <a:off x="11114299" y="3059880"/>
          <a:ext cx="52249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40937"/>
            <a:satOff val="52"/>
            <a:lumOff val="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CCB9ADC-8549-41CA-ABF9-BC7A1E4CB28C}">
      <dsp:nvSpPr>
        <dsp:cNvPr id="0" name=""/>
        <dsp:cNvSpPr/>
      </dsp:nvSpPr>
      <dsp:spPr>
        <a:xfrm>
          <a:off x="10561688" y="3136644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Scenario 4</a:t>
          </a:r>
        </a:p>
      </dsp:txBody>
      <dsp:txXfrm>
        <a:off x="10570163" y="3145119"/>
        <a:ext cx="1140520" cy="272417"/>
      </dsp:txXfrm>
    </dsp:sp>
    <dsp:sp modelId="{3C9E7989-54F8-49BB-83EF-97F290DBF414}">
      <dsp:nvSpPr>
        <dsp:cNvPr id="0" name=""/>
        <dsp:cNvSpPr/>
      </dsp:nvSpPr>
      <dsp:spPr>
        <a:xfrm rot="5400000">
          <a:off x="11115909" y="3450526"/>
          <a:ext cx="49028" cy="5063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shade val="90000"/>
            <a:hueOff val="20468"/>
            <a:satOff val="26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23D95F5-3F91-4637-AC92-782AEAAE432F}">
      <dsp:nvSpPr>
        <dsp:cNvPr id="0" name=""/>
        <dsp:cNvSpPr/>
      </dsp:nvSpPr>
      <dsp:spPr>
        <a:xfrm>
          <a:off x="10561688" y="3525680"/>
          <a:ext cx="1157470" cy="28936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00" kern="1200" noProof="0" dirty="0"/>
            <a:t>Scenario 5</a:t>
          </a:r>
        </a:p>
      </dsp:txBody>
      <dsp:txXfrm>
        <a:off x="10570163" y="3534155"/>
        <a:ext cx="1140520" cy="272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03463-72F1-42ED-88A2-9A79D1BF7486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DAFCF-808A-4F65-9338-D2674405AAB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5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Mélanie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218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Mélanie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115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Présentation de l’</a:t>
            </a:r>
            <a:r>
              <a:rPr lang="fr-FR" dirty="0" err="1"/>
              <a:t>equipe</a:t>
            </a:r>
            <a:r>
              <a:rPr lang="fr-FR" dirty="0"/>
              <a:t> + DP + Nouveauté sur le projet</a:t>
            </a:r>
          </a:p>
          <a:p>
            <a:r>
              <a:rPr lang="fr-FR" dirty="0"/>
              <a:t>M1, ce qui implique, de la formation, du management, et une passation (gros </a:t>
            </a:r>
            <a:r>
              <a:rPr lang="fr-FR" dirty="0" err="1"/>
              <a:t>boullot</a:t>
            </a:r>
            <a:r>
              <a:rPr lang="fr-FR" dirty="0"/>
              <a:t> SHES)</a:t>
            </a:r>
          </a:p>
          <a:p>
            <a:endParaRPr lang="fr-FR" dirty="0"/>
          </a:p>
          <a:p>
            <a:r>
              <a:rPr lang="fr-FR" dirty="0"/>
              <a:t>Mélanie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457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r>
              <a:rPr lang="fr-FR" dirty="0"/>
              <a:t>: Anciennement </a:t>
            </a:r>
            <a:r>
              <a:rPr lang="fr-FR" dirty="0" err="1"/>
              <a:t>competition</a:t>
            </a:r>
            <a:r>
              <a:rPr lang="fr-FR" dirty="0"/>
              <a:t> lors des NI </a:t>
            </a:r>
            <a:r>
              <a:rPr lang="fr-FR" dirty="0" err="1"/>
              <a:t>days</a:t>
            </a:r>
            <a:r>
              <a:rPr lang="fr-FR" dirty="0"/>
              <a:t>, la </a:t>
            </a:r>
            <a:r>
              <a:rPr lang="fr-FR" dirty="0" err="1"/>
              <a:t>competition</a:t>
            </a:r>
            <a:r>
              <a:rPr lang="fr-FR" dirty="0"/>
              <a:t> est remanié et organisé par un autre organisme. Ce qui a pour conséquence de ne pas avoir de compétition cette année. </a:t>
            </a:r>
          </a:p>
          <a:p>
            <a:r>
              <a:rPr lang="fr-FR" dirty="0"/>
              <a:t>Visuellement bon rendu, donc réutilisable pour JPO par exemple</a:t>
            </a:r>
          </a:p>
          <a:p>
            <a:r>
              <a:rPr lang="fr-FR" dirty="0"/>
              <a:t>IE, labo + atelier a nous , aves du matériel</a:t>
            </a:r>
          </a:p>
          <a:p>
            <a:endParaRPr lang="fr-FR" dirty="0"/>
          </a:p>
          <a:p>
            <a:r>
              <a:rPr lang="fr-FR" dirty="0" err="1"/>
              <a:t>Azel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088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Azel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476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Azel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228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NICO</a:t>
            </a:r>
          </a:p>
          <a:p>
            <a:r>
              <a:rPr lang="fr-FR" dirty="0" err="1"/>
              <a:t>Requirement</a:t>
            </a:r>
            <a:r>
              <a:rPr lang="fr-FR" dirty="0"/>
              <a:t> : JPO -</a:t>
            </a:r>
            <a:r>
              <a:rPr lang="fr-FR" dirty="0">
                <a:sym typeface="Wingdings" panose="05000000000000000000" pitchFamily="2" charset="2"/>
              </a:rPr>
              <a:t> scenarii </a:t>
            </a:r>
            <a:r>
              <a:rPr lang="fr-FR" dirty="0" err="1">
                <a:sym typeface="Wingdings" panose="05000000000000000000" pitchFamily="2" charset="2"/>
              </a:rPr>
              <a:t>word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13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Direction ISEN, Tuteur, les membres de l’</a:t>
            </a:r>
            <a:r>
              <a:rPr lang="fr-FR" dirty="0" err="1"/>
              <a:t>equipes</a:t>
            </a:r>
            <a:r>
              <a:rPr lang="fr-FR" dirty="0"/>
              <a:t>, les utilisateurs avec JPO</a:t>
            </a:r>
          </a:p>
          <a:p>
            <a:r>
              <a:rPr lang="fr-FR" dirty="0" err="1"/>
              <a:t>Wbs</a:t>
            </a:r>
            <a:r>
              <a:rPr lang="fr-FR" dirty="0"/>
              <a:t> manque </a:t>
            </a:r>
            <a:r>
              <a:rPr lang="fr-FR" dirty="0" err="1"/>
              <a:t>weekly</a:t>
            </a:r>
            <a:r>
              <a:rPr lang="fr-FR" dirty="0"/>
              <a:t> report</a:t>
            </a:r>
          </a:p>
          <a:p>
            <a:r>
              <a:rPr lang="fr-FR" dirty="0"/>
              <a:t>Nico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478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Quentin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RAJOUTER ASPBERRY, camera, haut parleur, lidar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693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Quentin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RAJOUTER ASPBERRY, camera, haut parleur, lidar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184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Quentin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RAJOUTER ASPBERRY, camera, haut parleur, lidar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864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506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602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972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346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850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612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843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ADRIEN</a:t>
            </a:r>
          </a:p>
          <a:p>
            <a:r>
              <a:rPr lang="fr-FR" dirty="0"/>
              <a:t>démarche projet: </a:t>
            </a:r>
          </a:p>
          <a:p>
            <a:r>
              <a:rPr lang="fr-FR" dirty="0"/>
              <a:t>Agile, </a:t>
            </a:r>
          </a:p>
          <a:p>
            <a:r>
              <a:rPr lang="fr-FR" dirty="0" err="1"/>
              <a:t>Taiga</a:t>
            </a:r>
            <a:r>
              <a:rPr lang="fr-FR" dirty="0"/>
              <a:t>, </a:t>
            </a:r>
          </a:p>
          <a:p>
            <a:r>
              <a:rPr lang="fr-FR" dirty="0" err="1"/>
              <a:t>Gitlab</a:t>
            </a:r>
            <a:r>
              <a:rPr lang="fr-FR" dirty="0"/>
              <a:t>, </a:t>
            </a:r>
          </a:p>
          <a:p>
            <a:r>
              <a:rPr lang="fr-FR" dirty="0" err="1"/>
              <a:t>Gitkraken</a:t>
            </a:r>
            <a:r>
              <a:rPr lang="fr-FR" dirty="0"/>
              <a:t>, </a:t>
            </a:r>
          </a:p>
          <a:p>
            <a:r>
              <a:rPr lang="fr-FR" dirty="0"/>
              <a:t>Planning,</a:t>
            </a:r>
          </a:p>
          <a:p>
            <a:r>
              <a:rPr lang="fr-FR" dirty="0"/>
              <a:t>Weekly report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911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DAFCF-808A-4F65-9338-D2674405AABF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70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0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04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57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74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02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13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05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36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1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662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6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57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040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2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5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30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973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297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2986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760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93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291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464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3011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963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58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7719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5020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681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6267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117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39037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3616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3634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673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5907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24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1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17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07/03/2019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84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12" Type="http://schemas.microsoft.com/office/2007/relationships/hdphoto" Target="../media/hdphoto1.wdp"/><Relationship Id="rId17" Type="http://schemas.microsoft.com/office/2007/relationships/hdphoto" Target="../media/hdphoto3.wdp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2.png"/><Relationship Id="rId5" Type="http://schemas.openxmlformats.org/officeDocument/2006/relationships/diagramData" Target="../diagrams/data1.xml"/><Relationship Id="rId1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microsoft.com/office/2007/relationships/diagramDrawing" Target="../diagrams/drawing1.xml"/><Relationship Id="rId1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diagramColors" Target="../diagrams/colors3.xml"/><Relationship Id="rId18" Type="http://schemas.openxmlformats.org/officeDocument/2006/relationships/diagramColors" Target="../diagrams/colors4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12" Type="http://schemas.openxmlformats.org/officeDocument/2006/relationships/diagramQuickStyle" Target="../diagrams/quickStyle3.xml"/><Relationship Id="rId17" Type="http://schemas.openxmlformats.org/officeDocument/2006/relationships/diagramQuickStyle" Target="../diagrams/quickStyle4.xml"/><Relationship Id="rId2" Type="http://schemas.openxmlformats.org/officeDocument/2006/relationships/notesSlide" Target="../notesSlides/notesSlide12.xml"/><Relationship Id="rId16" Type="http://schemas.openxmlformats.org/officeDocument/2006/relationships/diagramLayout" Target="../diagrams/layout4.xml"/><Relationship Id="rId1" Type="http://schemas.openxmlformats.org/officeDocument/2006/relationships/slideLayout" Target="../slideLayouts/slideLayout24.xml"/><Relationship Id="rId6" Type="http://schemas.openxmlformats.org/officeDocument/2006/relationships/diagramLayout" Target="../diagrams/layout2.xml"/><Relationship Id="rId11" Type="http://schemas.openxmlformats.org/officeDocument/2006/relationships/diagramLayout" Target="../diagrams/layout3.xml"/><Relationship Id="rId5" Type="http://schemas.openxmlformats.org/officeDocument/2006/relationships/diagramData" Target="../diagrams/data2.xml"/><Relationship Id="rId15" Type="http://schemas.openxmlformats.org/officeDocument/2006/relationships/diagramData" Target="../diagrams/data4.xml"/><Relationship Id="rId10" Type="http://schemas.openxmlformats.org/officeDocument/2006/relationships/diagramData" Target="../diagrams/data3.xml"/><Relationship Id="rId19" Type="http://schemas.microsoft.com/office/2007/relationships/diagramDrawing" Target="../diagrams/drawing4.xml"/><Relationship Id="rId4" Type="http://schemas.openxmlformats.org/officeDocument/2006/relationships/image" Target="../media/image5.png"/><Relationship Id="rId9" Type="http://schemas.microsoft.com/office/2007/relationships/diagramDrawing" Target="../diagrams/drawing2.xml"/><Relationship Id="rId14" Type="http://schemas.microsoft.com/office/2007/relationships/diagramDrawing" Target="../diagrams/drawing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diagramQuickStyle" Target="../diagrams/quickStyle5.xml"/><Relationship Id="rId3" Type="http://schemas.microsoft.com/office/2007/relationships/media" Target="../media/media2.mp4"/><Relationship Id="rId7" Type="http://schemas.openxmlformats.org/officeDocument/2006/relationships/image" Target="../media/image4.png"/><Relationship Id="rId12" Type="http://schemas.openxmlformats.org/officeDocument/2006/relationships/diagramLayout" Target="../diagrams/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3.xml"/><Relationship Id="rId11" Type="http://schemas.openxmlformats.org/officeDocument/2006/relationships/diagramData" Target="../diagrams/data5.xml"/><Relationship Id="rId5" Type="http://schemas.openxmlformats.org/officeDocument/2006/relationships/slideLayout" Target="../slideLayouts/slideLayout24.xml"/><Relationship Id="rId15" Type="http://schemas.microsoft.com/office/2007/relationships/diagramDrawing" Target="../diagrams/drawing5.xml"/><Relationship Id="rId10" Type="http://schemas.openxmlformats.org/officeDocument/2006/relationships/image" Target="../media/image33.png"/><Relationship Id="rId4" Type="http://schemas.openxmlformats.org/officeDocument/2006/relationships/video" Target="../media/media2.mp4"/><Relationship Id="rId9" Type="http://schemas.openxmlformats.org/officeDocument/2006/relationships/image" Target="../media/image32.png"/><Relationship Id="rId14" Type="http://schemas.openxmlformats.org/officeDocument/2006/relationships/diagramColors" Target="../diagrams/colors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6.xm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diagramLayout" Target="../diagrams/layout6.xml"/><Relationship Id="rId11" Type="http://schemas.openxmlformats.org/officeDocument/2006/relationships/image" Target="../media/image37.png"/><Relationship Id="rId5" Type="http://schemas.openxmlformats.org/officeDocument/2006/relationships/diagramData" Target="../diagrams/data6.xml"/><Relationship Id="rId10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microsoft.com/office/2007/relationships/diagramDrawing" Target="../diagrams/drawing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6" Type="http://schemas.microsoft.com/office/2007/relationships/hdphoto" Target="../media/hdphoto5.wdp"/><Relationship Id="rId11" Type="http://schemas.microsoft.com/office/2007/relationships/hdphoto" Target="../media/hdphoto6.wdp"/><Relationship Id="rId5" Type="http://schemas.openxmlformats.org/officeDocument/2006/relationships/image" Target="../media/image40.png"/><Relationship Id="rId10" Type="http://schemas.openxmlformats.org/officeDocument/2006/relationships/image" Target="../media/image42.png"/><Relationship Id="rId4" Type="http://schemas.microsoft.com/office/2007/relationships/hdphoto" Target="../media/hdphoto4.wdp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13" Type="http://schemas.microsoft.com/office/2007/relationships/hdphoto" Target="../media/hdphoto9.wdp"/><Relationship Id="rId3" Type="http://schemas.openxmlformats.org/officeDocument/2006/relationships/image" Target="../media/image43.png"/><Relationship Id="rId7" Type="http://schemas.microsoft.com/office/2007/relationships/hdphoto" Target="../media/hdphoto7.wdp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4.png"/><Relationship Id="rId11" Type="http://schemas.microsoft.com/office/2007/relationships/hdphoto" Target="../media/hdphoto8.wdp"/><Relationship Id="rId5" Type="http://schemas.openxmlformats.org/officeDocument/2006/relationships/image" Target="../media/image5.png"/><Relationship Id="rId10" Type="http://schemas.openxmlformats.org/officeDocument/2006/relationships/image" Target="../media/image47.png"/><Relationship Id="rId4" Type="http://schemas.openxmlformats.org/officeDocument/2006/relationships/image" Target="../media/image4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.png"/><Relationship Id="rId7" Type="http://schemas.microsoft.com/office/2007/relationships/hdphoto" Target="../media/hdphoto10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2.png"/><Relationship Id="rId11" Type="http://schemas.microsoft.com/office/2007/relationships/hdphoto" Target="../media/hdphoto11.wdp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84E030-4135-47F7-B60C-F827CBC1F04E}"/>
              </a:ext>
            </a:extLst>
          </p:cNvPr>
          <p:cNvSpPr txBox="1"/>
          <p:nvPr/>
        </p:nvSpPr>
        <p:spPr>
          <a:xfrm>
            <a:off x="1315450" y="2791327"/>
            <a:ext cx="639925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b="1" dirty="0">
                <a:latin typeface="Bell MT" panose="02020503060305020303" pitchFamily="18" charset="0"/>
              </a:rPr>
              <a:t>NI </a:t>
            </a:r>
            <a:r>
              <a:rPr lang="fr-FR" sz="6000" b="1" dirty="0" err="1">
                <a:latin typeface="Bell MT" panose="02020503060305020303" pitchFamily="18" charset="0"/>
              </a:rPr>
              <a:t>robotic</a:t>
            </a:r>
            <a:r>
              <a:rPr lang="fr-FR" sz="6000" b="1" dirty="0">
                <a:latin typeface="Bell MT" panose="02020503060305020303" pitchFamily="18" charset="0"/>
              </a:rPr>
              <a:t> </a:t>
            </a:r>
            <a:r>
              <a:rPr lang="fr-FR" sz="6000" b="1" dirty="0" err="1">
                <a:latin typeface="Bell MT" panose="02020503060305020303" pitchFamily="18" charset="0"/>
              </a:rPr>
              <a:t>contest</a:t>
            </a:r>
            <a:endParaRPr lang="fr-FR" sz="6000" b="1" dirty="0">
              <a:latin typeface="Bell MT" panose="02020503060305020303" pitchFamily="18" charset="0"/>
            </a:endParaRPr>
          </a:p>
          <a:p>
            <a:r>
              <a:rPr lang="fr-FR" sz="3200">
                <a:latin typeface="Bell MT" panose="02020503060305020303" pitchFamily="18" charset="0"/>
              </a:rPr>
              <a:t>National Instruments</a:t>
            </a:r>
            <a:endParaRPr lang="fr-FR" sz="3200" dirty="0">
              <a:latin typeface="Bell MT" panose="02020503060305020303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506F34-3E2B-4975-9B9B-FBB2E935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61979"/>
            <a:ext cx="2445523" cy="11038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8F95CE1-CC82-4D7D-A6C6-39522A61A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6466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599F442-B252-428E-BA93-4E4402D28602}"/>
              </a:ext>
            </a:extLst>
          </p:cNvPr>
          <p:cNvSpPr txBox="1"/>
          <p:nvPr/>
        </p:nvSpPr>
        <p:spPr>
          <a:xfrm flipH="1">
            <a:off x="2912549" y="236864"/>
            <a:ext cx="74299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err="1">
                <a:latin typeface="Bell MT" panose="02020503060305020303" pitchFamily="18" charset="0"/>
              </a:rPr>
              <a:t>Summary</a:t>
            </a:r>
            <a:endParaRPr lang="fr-FR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fr-FR" sz="2400" dirty="0">
                <a:latin typeface="Bell MT" panose="02020503060305020303" pitchFamily="18" charset="0"/>
              </a:rPr>
              <a:t>The team</a:t>
            </a:r>
          </a:p>
          <a:p>
            <a:pPr marL="342900" indent="-342900">
              <a:buAutoNum type="arabicPeriod"/>
            </a:pPr>
            <a:r>
              <a:rPr lang="fr-FR" sz="2400" dirty="0" err="1">
                <a:latin typeface="Bell MT" panose="02020503060305020303" pitchFamily="18" charset="0"/>
              </a:rPr>
              <a:t>Context</a:t>
            </a:r>
            <a:endParaRPr lang="fr-FR" sz="2400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fr-FR" sz="2400" dirty="0">
                <a:latin typeface="Bell MT" panose="02020503060305020303" pitchFamily="18" charset="0"/>
              </a:rPr>
              <a:t>Aim</a:t>
            </a:r>
          </a:p>
          <a:p>
            <a:pPr marL="342900" indent="-342900">
              <a:buAutoNum type="arabicPeriod"/>
            </a:pPr>
            <a:r>
              <a:rPr lang="fr-FR" sz="2400" dirty="0">
                <a:latin typeface="Bell MT" panose="02020503060305020303" pitchFamily="18" charset="0"/>
              </a:rPr>
              <a:t>Organisation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Organisation </a:t>
            </a:r>
            <a:r>
              <a:rPr lang="fr-FR" sz="2400" dirty="0" err="1">
                <a:latin typeface="Bell MT" panose="02020503060305020303" pitchFamily="18" charset="0"/>
              </a:rPr>
              <a:t>tools</a:t>
            </a:r>
            <a:endParaRPr lang="fr-FR" sz="2400" dirty="0">
              <a:latin typeface="Bell MT" panose="02020503060305020303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Project Management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Timeline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RACI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 err="1">
                <a:latin typeface="Bell MT" panose="02020503060305020303" pitchFamily="18" charset="0"/>
              </a:rPr>
              <a:t>Earn</a:t>
            </a:r>
            <a:r>
              <a:rPr lang="fr-FR" sz="2400" dirty="0">
                <a:latin typeface="Bell MT" panose="02020503060305020303" pitchFamily="18" charset="0"/>
              </a:rPr>
              <a:t> value</a:t>
            </a:r>
          </a:p>
          <a:p>
            <a:pPr marL="342900" indent="-342900">
              <a:buAutoNum type="arabicPeriod"/>
            </a:pPr>
            <a:r>
              <a:rPr lang="fr-FR" sz="2400" dirty="0">
                <a:latin typeface="Bell MT" panose="02020503060305020303" pitchFamily="18" charset="0"/>
              </a:rPr>
              <a:t>Progress of </a:t>
            </a:r>
            <a:r>
              <a:rPr lang="fr-FR" sz="2400" dirty="0" err="1">
                <a:latin typeface="Bell MT" panose="02020503060305020303" pitchFamily="18" charset="0"/>
              </a:rPr>
              <a:t>project</a:t>
            </a:r>
            <a:endParaRPr lang="fr-FR" sz="2400" dirty="0">
              <a:latin typeface="Bell MT" panose="02020503060305020303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Scenarii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Architecture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WBS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Bell MT" panose="02020503060305020303" pitchFamily="18" charset="0"/>
              </a:rPr>
              <a:t>Validation report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00BF5EC-73CF-4146-94D5-CF74401C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120D987-5529-4141-97A4-EEBCD75FE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8D97F3F8-6745-42F2-9CFA-A65A9084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2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09959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7DD3305-6715-437A-B1CD-99D934DB077C}"/>
              </a:ext>
            </a:extLst>
          </p:cNvPr>
          <p:cNvSpPr txBox="1"/>
          <p:nvPr/>
        </p:nvSpPr>
        <p:spPr>
          <a:xfrm>
            <a:off x="1878388" y="1267326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1. The team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88B30C-8257-4948-8396-662A51613FA1}"/>
              </a:ext>
            </a:extLst>
          </p:cNvPr>
          <p:cNvSpPr txBox="1"/>
          <p:nvPr/>
        </p:nvSpPr>
        <p:spPr>
          <a:xfrm>
            <a:off x="958489" y="2245067"/>
            <a:ext cx="65981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  </a:t>
            </a:r>
            <a:r>
              <a:rPr lang="fr-FR" sz="2400" u="sng" dirty="0">
                <a:latin typeface="Bell MT" panose="02020503060305020303" pitchFamily="18" charset="0"/>
              </a:rPr>
              <a:t>M2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Quentin BAUDIN (Smart Energy) *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Bell MT" panose="02020503060305020303" pitchFamily="18" charset="0"/>
              </a:rPr>
              <a:t>Azelarab</a:t>
            </a:r>
            <a:r>
              <a:rPr lang="fr-FR" sz="2400" dirty="0">
                <a:latin typeface="Bell MT" panose="02020503060305020303" pitchFamily="18" charset="0"/>
              </a:rPr>
              <a:t> BOUKHCHEN (Embedded system)*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Mélanie BRULC (</a:t>
            </a:r>
            <a:r>
              <a:rPr lang="fr-FR" sz="2400" dirty="0" err="1">
                <a:latin typeface="Bell MT" panose="02020503060305020303" pitchFamily="18" charset="0"/>
              </a:rPr>
              <a:t>Robotics</a:t>
            </a:r>
            <a:r>
              <a:rPr lang="fr-FR" sz="2400" dirty="0">
                <a:latin typeface="Bell MT" panose="02020503060305020303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Nicolas COURT (</a:t>
            </a:r>
            <a:r>
              <a:rPr lang="fr-FR" sz="2400" dirty="0" err="1">
                <a:latin typeface="Bell MT" panose="02020503060305020303" pitchFamily="18" charset="0"/>
              </a:rPr>
              <a:t>Robotics</a:t>
            </a:r>
            <a:r>
              <a:rPr lang="fr-FR" sz="2400" dirty="0">
                <a:latin typeface="Bell MT" panose="02020503060305020303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Adrien MOJIKA (</a:t>
            </a:r>
            <a:r>
              <a:rPr lang="fr-FR" sz="2400" dirty="0" err="1">
                <a:latin typeface="Bell MT" panose="02020503060305020303" pitchFamily="18" charset="0"/>
              </a:rPr>
              <a:t>Robotics</a:t>
            </a:r>
            <a:r>
              <a:rPr lang="fr-FR" sz="2400" dirty="0">
                <a:latin typeface="Bell MT" panose="02020503060305020303" pitchFamily="18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43442-4300-4E84-A925-301DD5CE5718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1.The team </a:t>
            </a:r>
            <a:r>
              <a:rPr lang="fr-FR" sz="2000" dirty="0"/>
              <a:t>2.Context 3.Aim 4.Organisation  5.Progess of the </a:t>
            </a:r>
            <a:r>
              <a:rPr lang="fr-FR" sz="2000" dirty="0" err="1"/>
              <a:t>project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FFD1B53-6ADD-48BC-8605-E2A95951372B}"/>
              </a:ext>
            </a:extLst>
          </p:cNvPr>
          <p:cNvSpPr txBox="1"/>
          <p:nvPr/>
        </p:nvSpPr>
        <p:spPr>
          <a:xfrm>
            <a:off x="7777780" y="4033253"/>
            <a:ext cx="3163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Formation</a:t>
            </a:r>
          </a:p>
          <a:p>
            <a:r>
              <a:rPr lang="fr-FR" sz="2400" dirty="0" err="1">
                <a:latin typeface="Bell MT" panose="02020503060305020303" pitchFamily="18" charset="0"/>
              </a:rPr>
              <a:t>Handover</a:t>
            </a:r>
            <a:endParaRPr lang="fr-FR" sz="2400" dirty="0">
              <a:latin typeface="Bell MT" panose="02020503060305020303" pitchFamily="18" charset="0"/>
            </a:endParaRPr>
          </a:p>
          <a:p>
            <a:r>
              <a:rPr lang="fr-FR" sz="2400" dirty="0">
                <a:latin typeface="Bell MT" panose="02020503060305020303" pitchFamily="18" charset="0"/>
              </a:rPr>
              <a:t>Management</a:t>
            </a:r>
          </a:p>
          <a:p>
            <a:endParaRPr lang="fr-FR" dirty="0">
              <a:latin typeface="Bell MT" panose="020205030603050203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8D2E54-1A29-41CA-925C-156482D8CE07}"/>
              </a:ext>
            </a:extLst>
          </p:cNvPr>
          <p:cNvSpPr txBox="1"/>
          <p:nvPr/>
        </p:nvSpPr>
        <p:spPr>
          <a:xfrm>
            <a:off x="7346614" y="1942089"/>
            <a:ext cx="35482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  </a:t>
            </a:r>
            <a:r>
              <a:rPr lang="fr-FR" sz="2400" u="sng" dirty="0">
                <a:latin typeface="Bell MT" panose="02020503060305020303" pitchFamily="18" charset="0"/>
              </a:rPr>
              <a:t>M1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Justin FURIO*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Christian MARGOLIS*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Jason PUEL*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Florian GUIGAL*</a:t>
            </a:r>
          </a:p>
          <a:p>
            <a:r>
              <a:rPr lang="fr-FR" sz="2400" dirty="0">
                <a:latin typeface="Bell MT" panose="02020503060305020303" pitchFamily="18" charset="0"/>
              </a:rPr>
              <a:t> 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EF604EA-8E6E-4713-A4B2-A8281A380D07}"/>
              </a:ext>
            </a:extLst>
          </p:cNvPr>
          <p:cNvCxnSpPr/>
          <p:nvPr/>
        </p:nvCxnSpPr>
        <p:spPr>
          <a:xfrm>
            <a:off x="7346614" y="3917208"/>
            <a:ext cx="3289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BCBC2605-4664-45A4-B60C-E1D3F347B407}"/>
              </a:ext>
            </a:extLst>
          </p:cNvPr>
          <p:cNvSpPr txBox="1"/>
          <p:nvPr/>
        </p:nvSpPr>
        <p:spPr>
          <a:xfrm>
            <a:off x="958489" y="5074316"/>
            <a:ext cx="501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* New </a:t>
            </a:r>
            <a:r>
              <a:rPr lang="fr-FR" sz="2400" dirty="0" err="1">
                <a:latin typeface="Bell MT" panose="02020503060305020303" pitchFamily="18" charset="0"/>
              </a:rPr>
              <a:t>members</a:t>
            </a:r>
            <a:r>
              <a:rPr lang="fr-FR" sz="2400" dirty="0">
                <a:latin typeface="Bell MT" panose="02020503060305020303" pitchFamily="18" charset="0"/>
              </a:rPr>
              <a:t> in </a:t>
            </a:r>
            <a:r>
              <a:rPr lang="fr-FR" sz="2400" dirty="0" err="1">
                <a:latin typeface="Bell MT" panose="02020503060305020303" pitchFamily="18" charset="0"/>
              </a:rPr>
              <a:t>project</a:t>
            </a:r>
            <a:endParaRPr lang="fr-FR" sz="2400" dirty="0">
              <a:latin typeface="Bell MT" panose="02020503060305020303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6F7B66C-3215-48CA-B86A-18A58FF63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F8B9B0D-CB26-4E89-B6D5-617188AA9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DCDD853B-2778-47C9-AD95-F21B377E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3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1897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ce réservé du contenu 4">
            <a:extLst>
              <a:ext uri="{FF2B5EF4-FFF2-40B4-BE49-F238E27FC236}">
                <a16:creationId xmlns:a16="http://schemas.microsoft.com/office/drawing/2014/main" id="{40E7C0D1-742B-4D43-AB19-67A5A7A2189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136955" y="715115"/>
            <a:ext cx="2201208" cy="3918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62AE65C-4C48-4F15-AC04-7C8EE0EBC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539" y="3860758"/>
            <a:ext cx="2704143" cy="1804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A9D4552-3226-425F-8199-6C950EF57FA4}"/>
              </a:ext>
            </a:extLst>
          </p:cNvPr>
          <p:cNvSpPr txBox="1"/>
          <p:nvPr/>
        </p:nvSpPr>
        <p:spPr>
          <a:xfrm>
            <a:off x="1016678" y="945663"/>
            <a:ext cx="1949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2. </a:t>
            </a:r>
            <a:r>
              <a:rPr lang="fr-FR" sz="3200" u="sng" dirty="0" err="1">
                <a:latin typeface="Bell MT" panose="02020503060305020303" pitchFamily="18" charset="0"/>
              </a:rPr>
              <a:t>Context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53A5869-BB58-48BA-85D5-3C06DE43A4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04" y="1915914"/>
            <a:ext cx="3268049" cy="1804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81AFD4B-A3F5-466A-8E9F-A2B295789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4BBEF492-07CC-415C-B82B-7777C5BE5C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35" name="Espace réservé du numéro de diapositive 3">
            <a:extLst>
              <a:ext uri="{FF2B5EF4-FFF2-40B4-BE49-F238E27FC236}">
                <a16:creationId xmlns:a16="http://schemas.microsoft.com/office/drawing/2014/main" id="{5CF001A6-9C78-4200-B46A-1A09AD77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4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39FDD2-ADE2-4E72-9A3C-3C19D7F0ED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568" y="4063935"/>
            <a:ext cx="2857500" cy="209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A9F298-3F2E-4AC4-B0D8-949F22BBC425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1.The team </a:t>
            </a:r>
            <a:r>
              <a:rPr lang="fr-FR" sz="2000" dirty="0">
                <a:solidFill>
                  <a:schemeClr val="tx1"/>
                </a:solidFill>
              </a:rPr>
              <a:t>2.Context </a:t>
            </a:r>
            <a:r>
              <a:rPr lang="fr-FR" sz="2000" dirty="0"/>
              <a:t>3.Aim 4.Organisation  5.Progess of the </a:t>
            </a:r>
            <a:r>
              <a:rPr lang="fr-FR" sz="2000" dirty="0" err="1"/>
              <a:t>project</a:t>
            </a:r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37EA339-763E-4E07-B334-F92F3241B6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62" y="2408168"/>
            <a:ext cx="3744552" cy="266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759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D2A2799-1D19-4CBC-8102-F1B870B8EAF8}"/>
              </a:ext>
            </a:extLst>
          </p:cNvPr>
          <p:cNvSpPr txBox="1"/>
          <p:nvPr/>
        </p:nvSpPr>
        <p:spPr>
          <a:xfrm>
            <a:off x="1016678" y="945663"/>
            <a:ext cx="1292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3. Aim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61B5FB-EA1D-4F71-88F4-02E0C67BD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sp>
        <p:nvSpPr>
          <p:cNvPr id="12" name="Espace réservé du numéro de diapositive 3">
            <a:extLst>
              <a:ext uri="{FF2B5EF4-FFF2-40B4-BE49-F238E27FC236}">
                <a16:creationId xmlns:a16="http://schemas.microsoft.com/office/drawing/2014/main" id="{BF6D7489-E71C-494D-9B3A-CD2CC619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5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8A3D1C76-8109-41C7-9AE4-297466CBB79F}"/>
              </a:ext>
            </a:extLst>
          </p:cNvPr>
          <p:cNvSpPr/>
          <p:nvPr/>
        </p:nvSpPr>
        <p:spPr>
          <a:xfrm>
            <a:off x="1060849" y="2249396"/>
            <a:ext cx="3105779" cy="3029794"/>
          </a:xfrm>
          <a:custGeom>
            <a:avLst/>
            <a:gdLst>
              <a:gd name="connsiteX0" fmla="*/ 0 w 3105779"/>
              <a:gd name="connsiteY0" fmla="*/ 0 h 3029794"/>
              <a:gd name="connsiteX1" fmla="*/ 3105779 w 3105779"/>
              <a:gd name="connsiteY1" fmla="*/ 0 h 3029794"/>
              <a:gd name="connsiteX2" fmla="*/ 3105779 w 3105779"/>
              <a:gd name="connsiteY2" fmla="*/ 3029794 h 3029794"/>
              <a:gd name="connsiteX3" fmla="*/ 0 w 3105779"/>
              <a:gd name="connsiteY3" fmla="*/ 3029794 h 3029794"/>
              <a:gd name="connsiteX4" fmla="*/ 0 w 3105779"/>
              <a:gd name="connsiteY4" fmla="*/ 0 h 302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3029794">
                <a:moveTo>
                  <a:pt x="0" y="0"/>
                </a:moveTo>
                <a:lnTo>
                  <a:pt x="3105779" y="0"/>
                </a:lnTo>
                <a:lnTo>
                  <a:pt x="3105779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352" tIns="149352" rIns="199136" bIns="224028" numCol="1" spcCol="1270" anchor="ctr" anchorCtr="0">
            <a:noAutofit/>
          </a:bodyPr>
          <a:lstStyle/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2400" kern="1200" dirty="0" err="1"/>
              <a:t>Participating</a:t>
            </a:r>
            <a:r>
              <a:rPr lang="fr-FR" sz="2400" kern="1200" dirty="0"/>
              <a:t> National Instrument Cup</a:t>
            </a:r>
          </a:p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2400" kern="1200" dirty="0"/>
              <a:t>ISEN Open Day(x2)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EF99E6C1-8D51-48D6-9CA3-D095585A8DB1}"/>
              </a:ext>
            </a:extLst>
          </p:cNvPr>
          <p:cNvSpPr/>
          <p:nvPr/>
        </p:nvSpPr>
        <p:spPr>
          <a:xfrm>
            <a:off x="4543110" y="2249396"/>
            <a:ext cx="3105779" cy="3029794"/>
          </a:xfrm>
          <a:custGeom>
            <a:avLst/>
            <a:gdLst>
              <a:gd name="connsiteX0" fmla="*/ 0 w 3105779"/>
              <a:gd name="connsiteY0" fmla="*/ 0 h 3029794"/>
              <a:gd name="connsiteX1" fmla="*/ 3105779 w 3105779"/>
              <a:gd name="connsiteY1" fmla="*/ 0 h 3029794"/>
              <a:gd name="connsiteX2" fmla="*/ 3105779 w 3105779"/>
              <a:gd name="connsiteY2" fmla="*/ 3029794 h 3029794"/>
              <a:gd name="connsiteX3" fmla="*/ 0 w 3105779"/>
              <a:gd name="connsiteY3" fmla="*/ 3029794 h 3029794"/>
              <a:gd name="connsiteX4" fmla="*/ 0 w 3105779"/>
              <a:gd name="connsiteY4" fmla="*/ 0 h 302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3029794">
                <a:moveTo>
                  <a:pt x="0" y="0"/>
                </a:moveTo>
                <a:lnTo>
                  <a:pt x="3105779" y="0"/>
                </a:lnTo>
                <a:lnTo>
                  <a:pt x="3105779" y="3029794"/>
                </a:lnTo>
                <a:lnTo>
                  <a:pt x="0" y="302979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352" tIns="149352" rIns="199136" bIns="224028" numCol="1" spcCol="1270" anchor="ctr" anchorCtr="0">
            <a:noAutofit/>
          </a:bodyPr>
          <a:lstStyle/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2400" kern="1200" dirty="0"/>
              <a:t>Workshop maintenance</a:t>
            </a:r>
          </a:p>
          <a:p>
            <a:pPr marL="285750" lvl="1" indent="-285750" algn="l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2400" kern="1200" dirty="0" err="1"/>
              <a:t>Renewal</a:t>
            </a:r>
            <a:r>
              <a:rPr lang="fr-FR" sz="2400" kern="1200" dirty="0"/>
              <a:t> of modules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FF2783F1-FBAA-4CEA-83D5-00CAD2D5C259}"/>
              </a:ext>
            </a:extLst>
          </p:cNvPr>
          <p:cNvSpPr/>
          <p:nvPr/>
        </p:nvSpPr>
        <p:spPr>
          <a:xfrm>
            <a:off x="8025371" y="2231373"/>
            <a:ext cx="3105779" cy="3053825"/>
          </a:xfrm>
          <a:custGeom>
            <a:avLst/>
            <a:gdLst>
              <a:gd name="connsiteX0" fmla="*/ 0 w 3105779"/>
              <a:gd name="connsiteY0" fmla="*/ 0 h 3053825"/>
              <a:gd name="connsiteX1" fmla="*/ 3105779 w 3105779"/>
              <a:gd name="connsiteY1" fmla="*/ 0 h 3053825"/>
              <a:gd name="connsiteX2" fmla="*/ 3105779 w 3105779"/>
              <a:gd name="connsiteY2" fmla="*/ 3053825 h 3053825"/>
              <a:gd name="connsiteX3" fmla="*/ 0 w 3105779"/>
              <a:gd name="connsiteY3" fmla="*/ 3053825 h 3053825"/>
              <a:gd name="connsiteX4" fmla="*/ 0 w 3105779"/>
              <a:gd name="connsiteY4" fmla="*/ 0 h 305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3053825">
                <a:moveTo>
                  <a:pt x="0" y="0"/>
                </a:moveTo>
                <a:lnTo>
                  <a:pt x="3105779" y="0"/>
                </a:lnTo>
                <a:lnTo>
                  <a:pt x="3105779" y="3053825"/>
                </a:lnTo>
                <a:lnTo>
                  <a:pt x="0" y="30538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2682" tIns="122682" rIns="163576" bIns="184023" numCol="1" spcCol="1270" anchor="ctr" anchorCtr="0">
            <a:noAutofit/>
          </a:bodyPr>
          <a:lstStyle/>
          <a:p>
            <a:pPr marL="228600" lvl="1" indent="-228600" algn="l" defTabSz="10223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2400" kern="1200" dirty="0" err="1"/>
              <a:t>Making</a:t>
            </a:r>
            <a:r>
              <a:rPr lang="fr-FR" sz="2400" kern="1200" dirty="0"/>
              <a:t> of 5 scenarii 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2047986C-A8DD-4535-B688-F39C1BC2505F}"/>
              </a:ext>
            </a:extLst>
          </p:cNvPr>
          <p:cNvSpPr/>
          <p:nvPr/>
        </p:nvSpPr>
        <p:spPr>
          <a:xfrm>
            <a:off x="8025371" y="1572802"/>
            <a:ext cx="3105779" cy="923330"/>
          </a:xfrm>
          <a:custGeom>
            <a:avLst/>
            <a:gdLst>
              <a:gd name="connsiteX0" fmla="*/ 0 w 3105779"/>
              <a:gd name="connsiteY0" fmla="*/ 0 h 765025"/>
              <a:gd name="connsiteX1" fmla="*/ 3105779 w 3105779"/>
              <a:gd name="connsiteY1" fmla="*/ 0 h 765025"/>
              <a:gd name="connsiteX2" fmla="*/ 3105779 w 3105779"/>
              <a:gd name="connsiteY2" fmla="*/ 765025 h 765025"/>
              <a:gd name="connsiteX3" fmla="*/ 0 w 3105779"/>
              <a:gd name="connsiteY3" fmla="*/ 765025 h 765025"/>
              <a:gd name="connsiteX4" fmla="*/ 0 w 3105779"/>
              <a:gd name="connsiteY4" fmla="*/ 0 h 76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765025">
                <a:moveTo>
                  <a:pt x="0" y="0"/>
                </a:moveTo>
                <a:lnTo>
                  <a:pt x="3105779" y="0"/>
                </a:lnTo>
                <a:lnTo>
                  <a:pt x="3105779" y="765025"/>
                </a:lnTo>
                <a:lnTo>
                  <a:pt x="0" y="7650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  <a:hueOff val="359611"/>
              <a:satOff val="5669"/>
              <a:lumOff val="28889"/>
              <a:alphaOff val="0"/>
            </a:schemeClr>
          </a:lnRef>
          <a:fillRef idx="1">
            <a:schemeClr val="accent1">
              <a:shade val="50000"/>
              <a:hueOff val="359611"/>
              <a:satOff val="5669"/>
              <a:lumOff val="28889"/>
              <a:alphaOff val="0"/>
            </a:schemeClr>
          </a:fillRef>
          <a:effectRef idx="0">
            <a:schemeClr val="accent1">
              <a:shade val="50000"/>
              <a:hueOff val="359611"/>
              <a:satOff val="5669"/>
              <a:lumOff val="2888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 dirty="0"/>
              <a:t>Goal 3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671AE8DC-DD67-4FA3-A1A2-D51BB0EF7427}"/>
              </a:ext>
            </a:extLst>
          </p:cNvPr>
          <p:cNvSpPr/>
          <p:nvPr/>
        </p:nvSpPr>
        <p:spPr>
          <a:xfrm>
            <a:off x="4543110" y="1572802"/>
            <a:ext cx="3105779" cy="923330"/>
          </a:xfrm>
          <a:custGeom>
            <a:avLst/>
            <a:gdLst>
              <a:gd name="connsiteX0" fmla="*/ 0 w 3105779"/>
              <a:gd name="connsiteY0" fmla="*/ 0 h 765025"/>
              <a:gd name="connsiteX1" fmla="*/ 3105779 w 3105779"/>
              <a:gd name="connsiteY1" fmla="*/ 0 h 765025"/>
              <a:gd name="connsiteX2" fmla="*/ 3105779 w 3105779"/>
              <a:gd name="connsiteY2" fmla="*/ 765025 h 765025"/>
              <a:gd name="connsiteX3" fmla="*/ 0 w 3105779"/>
              <a:gd name="connsiteY3" fmla="*/ 765025 h 765025"/>
              <a:gd name="connsiteX4" fmla="*/ 0 w 3105779"/>
              <a:gd name="connsiteY4" fmla="*/ 0 h 76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765025">
                <a:moveTo>
                  <a:pt x="0" y="0"/>
                </a:moveTo>
                <a:lnTo>
                  <a:pt x="3105779" y="0"/>
                </a:lnTo>
                <a:lnTo>
                  <a:pt x="3105779" y="765025"/>
                </a:lnTo>
                <a:lnTo>
                  <a:pt x="0" y="7650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  <a:hueOff val="359611"/>
              <a:satOff val="5669"/>
              <a:lumOff val="28889"/>
              <a:alphaOff val="0"/>
            </a:schemeClr>
          </a:lnRef>
          <a:fillRef idx="1">
            <a:schemeClr val="accent1">
              <a:shade val="50000"/>
              <a:hueOff val="359611"/>
              <a:satOff val="5669"/>
              <a:lumOff val="28889"/>
              <a:alphaOff val="0"/>
            </a:schemeClr>
          </a:fillRef>
          <a:effectRef idx="0">
            <a:schemeClr val="accent1">
              <a:shade val="50000"/>
              <a:hueOff val="359611"/>
              <a:satOff val="5669"/>
              <a:lumOff val="2888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 dirty="0"/>
              <a:t>Goal 2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72934DC2-8850-4BE4-AB86-A8FD9C698B6F}"/>
              </a:ext>
            </a:extLst>
          </p:cNvPr>
          <p:cNvSpPr/>
          <p:nvPr/>
        </p:nvSpPr>
        <p:spPr>
          <a:xfrm>
            <a:off x="1060849" y="1572802"/>
            <a:ext cx="3105779" cy="923330"/>
          </a:xfrm>
          <a:custGeom>
            <a:avLst/>
            <a:gdLst>
              <a:gd name="connsiteX0" fmla="*/ 0 w 3105779"/>
              <a:gd name="connsiteY0" fmla="*/ 0 h 765025"/>
              <a:gd name="connsiteX1" fmla="*/ 3105779 w 3105779"/>
              <a:gd name="connsiteY1" fmla="*/ 0 h 765025"/>
              <a:gd name="connsiteX2" fmla="*/ 3105779 w 3105779"/>
              <a:gd name="connsiteY2" fmla="*/ 765025 h 765025"/>
              <a:gd name="connsiteX3" fmla="*/ 0 w 3105779"/>
              <a:gd name="connsiteY3" fmla="*/ 765025 h 765025"/>
              <a:gd name="connsiteX4" fmla="*/ 0 w 3105779"/>
              <a:gd name="connsiteY4" fmla="*/ 0 h 76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779" h="765025">
                <a:moveTo>
                  <a:pt x="0" y="0"/>
                </a:moveTo>
                <a:lnTo>
                  <a:pt x="3105779" y="0"/>
                </a:lnTo>
                <a:lnTo>
                  <a:pt x="3105779" y="765025"/>
                </a:lnTo>
                <a:lnTo>
                  <a:pt x="0" y="7650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3576" tIns="93472" rIns="163576" bIns="93472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 dirty="0"/>
              <a:t>Goal 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56AFB9D-3DE9-44F3-8B39-19C4777BD64B}"/>
              </a:ext>
            </a:extLst>
          </p:cNvPr>
          <p:cNvSpPr txBox="1"/>
          <p:nvPr/>
        </p:nvSpPr>
        <p:spPr>
          <a:xfrm>
            <a:off x="2028494" y="4745647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25%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4E334B5-475E-4DE1-A6DC-D440AFB0EFDC}"/>
              </a:ext>
            </a:extLst>
          </p:cNvPr>
          <p:cNvSpPr txBox="1"/>
          <p:nvPr/>
        </p:nvSpPr>
        <p:spPr>
          <a:xfrm>
            <a:off x="5739166" y="4745648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25%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A8958EF-E1D8-45F6-9475-7FDE88790D44}"/>
              </a:ext>
            </a:extLst>
          </p:cNvPr>
          <p:cNvSpPr txBox="1"/>
          <p:nvPr/>
        </p:nvSpPr>
        <p:spPr>
          <a:xfrm>
            <a:off x="9315593" y="4745647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C62A0-F3E6-4F08-98B6-FC9A024587CC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1.The team 2.Context </a:t>
            </a:r>
            <a:r>
              <a:rPr lang="fr-FR" sz="2000" dirty="0">
                <a:solidFill>
                  <a:schemeClr val="tx1"/>
                </a:solidFill>
              </a:rPr>
              <a:t>3.Aim</a:t>
            </a:r>
            <a:r>
              <a:rPr lang="fr-FR" sz="2000" dirty="0">
                <a:solidFill>
                  <a:schemeClr val="bg1"/>
                </a:solidFill>
              </a:rPr>
              <a:t> 4.Organisation  5.Progess of the </a:t>
            </a:r>
            <a:r>
              <a:rPr lang="fr-FR" sz="2000" dirty="0" err="1">
                <a:solidFill>
                  <a:schemeClr val="bg1"/>
                </a:solidFill>
              </a:rPr>
              <a:t>project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F3BF43C-8227-4263-9CE6-6D1E7F25E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61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8" grpId="0" animBg="1"/>
      <p:bldP spid="17" grpId="0" animBg="1"/>
      <p:bldP spid="13" grpId="0" animBg="1"/>
      <p:bldP spid="7" grpId="0" animBg="1"/>
      <p:bldP spid="5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D2A2799-1D19-4CBC-8102-F1B870B8EAF8}"/>
              </a:ext>
            </a:extLst>
          </p:cNvPr>
          <p:cNvSpPr txBox="1"/>
          <p:nvPr/>
        </p:nvSpPr>
        <p:spPr>
          <a:xfrm>
            <a:off x="1016678" y="945663"/>
            <a:ext cx="1292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3. Aim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61B5FB-EA1D-4F71-88F4-02E0C67BD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sp>
        <p:nvSpPr>
          <p:cNvPr id="12" name="Espace réservé du numéro de diapositive 3">
            <a:extLst>
              <a:ext uri="{FF2B5EF4-FFF2-40B4-BE49-F238E27FC236}">
                <a16:creationId xmlns:a16="http://schemas.microsoft.com/office/drawing/2014/main" id="{BF6D7489-E71C-494D-9B3A-CD2CC619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6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C62A0-F3E6-4F08-98B6-FC9A024587CC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1.The team 2.Context </a:t>
            </a:r>
            <a:r>
              <a:rPr lang="fr-FR" sz="2000" dirty="0">
                <a:solidFill>
                  <a:schemeClr val="tx1"/>
                </a:solidFill>
              </a:rPr>
              <a:t>3.Aim</a:t>
            </a:r>
            <a:r>
              <a:rPr lang="fr-FR" sz="2000" dirty="0">
                <a:solidFill>
                  <a:schemeClr val="bg1"/>
                </a:solidFill>
              </a:rPr>
              <a:t> 4.Organisation  5.Progess of the </a:t>
            </a:r>
            <a:r>
              <a:rPr lang="fr-FR" sz="2000" dirty="0" err="1">
                <a:solidFill>
                  <a:schemeClr val="bg1"/>
                </a:solidFill>
              </a:rPr>
              <a:t>project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F3BF43C-8227-4263-9CE6-6D1E7F25E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A486A71E-56DA-433D-AE10-98A685389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43794"/>
              </p:ext>
            </p:extLst>
          </p:nvPr>
        </p:nvGraphicFramePr>
        <p:xfrm>
          <a:off x="809798" y="727972"/>
          <a:ext cx="10665070" cy="508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8D57F9A5-E482-481A-9AFD-DAA9E82D68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484" y="4216029"/>
            <a:ext cx="2053354" cy="1328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D713569-F218-4BA2-8B78-AC338716CB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6875" r="92188">
                        <a14:foregroundMark x1="8958" y1="53462" x2="8958" y2="53462"/>
                        <a14:foregroundMark x1="10417" y1="67692" x2="10417" y2="67692"/>
                        <a14:foregroundMark x1="65833" y1="42500" x2="65833" y2="42500"/>
                        <a14:foregroundMark x1="76979" y1="44808" x2="76979" y2="44808"/>
                        <a14:foregroundMark x1="77188" y1="61731" x2="75833" y2="68846"/>
                        <a14:foregroundMark x1="62292" y1="39808" x2="75833" y2="70385"/>
                        <a14:foregroundMark x1="75833" y1="70385" x2="88542" y2="49423"/>
                        <a14:foregroundMark x1="88542" y1="49423" x2="75625" y2="46731"/>
                        <a14:foregroundMark x1="85833" y1="64808" x2="86563" y2="61154"/>
                        <a14:foregroundMark x1="82083" y1="68077" x2="90521" y2="65577"/>
                        <a14:foregroundMark x1="92188" y1="69615" x2="87813" y2="42115"/>
                        <a14:foregroundMark x1="87813" y1="42115" x2="85208" y2="41731"/>
                        <a14:foregroundMark x1="11458" y1="65769" x2="11458" y2="65769"/>
                        <a14:foregroundMark x1="11979" y1="70000" x2="11146" y2="67308"/>
                        <a14:foregroundMark x1="9271" y1="67500" x2="7396" y2="59423"/>
                        <a14:foregroundMark x1="6875" y1="51154" x2="6875" y2="51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696" y="3998616"/>
            <a:ext cx="2642065" cy="1431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BF3FEE9-5B7B-4270-B97D-D6352CBEA0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610" b="90000" l="7778" r="92667">
                        <a14:foregroundMark x1="18667" y1="11951" x2="18667" y2="11951"/>
                        <a14:foregroundMark x1="26444" y1="9756" x2="26444" y2="9756"/>
                        <a14:foregroundMark x1="16000" y1="10732" x2="16000" y2="10732"/>
                        <a14:foregroundMark x1="30444" y1="17073" x2="30444" y2="17073"/>
                        <a14:foregroundMark x1="11778" y1="8049" x2="11778" y2="8049"/>
                        <a14:foregroundMark x1="58000" y1="28537" x2="47111" y2="47805"/>
                        <a14:foregroundMark x1="72667" y1="37805" x2="55333" y2="20488"/>
                        <a14:foregroundMark x1="55333" y1="20488" x2="49556" y2="18049"/>
                        <a14:foregroundMark x1="45333" y1="35854" x2="45333" y2="35854"/>
                        <a14:foregroundMark x1="92667" y1="30000" x2="92667" y2="30000"/>
                        <a14:foregroundMark x1="65333" y1="7073" x2="65333" y2="7073"/>
                        <a14:foregroundMark x1="67333" y1="11951" x2="67333" y2="11951"/>
                        <a14:foregroundMark x1="26000" y1="5610" x2="26000" y2="5610"/>
                        <a14:foregroundMark x1="7778" y1="6585" x2="7778" y2="65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029" y="3703359"/>
            <a:ext cx="1756630" cy="1600485"/>
          </a:xfrm>
          <a:prstGeom prst="rect">
            <a:avLst/>
          </a:prstGeom>
        </p:spPr>
      </p:pic>
      <p:pic>
        <p:nvPicPr>
          <p:cNvPr id="27" name="Espace réservé du contenu 4">
            <a:extLst>
              <a:ext uri="{FF2B5EF4-FFF2-40B4-BE49-F238E27FC236}">
                <a16:creationId xmlns:a16="http://schemas.microsoft.com/office/drawing/2014/main" id="{398E6E09-F329-4A09-AA54-F0AC5AA63D6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5872" y="3553782"/>
            <a:ext cx="1103881" cy="1965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3692831-2856-4B1A-B801-3F03627078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54848" y1="39798" x2="54848" y2="39798"/>
                        <a14:foregroundMark x1="58485" y1="37980" x2="58485" y2="379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245" y="4252820"/>
            <a:ext cx="3121794" cy="234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6880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2481BE1-D0F9-409B-B85D-66851CD6A87C}"/>
              </a:ext>
            </a:extLst>
          </p:cNvPr>
          <p:cNvSpPr txBox="1"/>
          <p:nvPr/>
        </p:nvSpPr>
        <p:spPr>
          <a:xfrm>
            <a:off x="1016678" y="945663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A. Organisation </a:t>
            </a:r>
            <a:r>
              <a:rPr lang="fr-FR" sz="3200" u="sng" dirty="0" err="1">
                <a:latin typeface="Bell MT" panose="02020503060305020303" pitchFamily="18" charset="0"/>
              </a:rPr>
              <a:t>tools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C3C5A3A-A5CB-485D-BFA6-14C83C7E4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C0BF611-F145-4608-8B27-EC40F6585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B0A83611-F89D-4400-B928-1FCE1C5C2781}"/>
              </a:ext>
            </a:extLst>
          </p:cNvPr>
          <p:cNvSpPr txBox="1">
            <a:spLocks/>
          </p:cNvSpPr>
          <p:nvPr/>
        </p:nvSpPr>
        <p:spPr>
          <a:xfrm>
            <a:off x="5415148" y="6448301"/>
            <a:ext cx="1099952" cy="3746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7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55EDAA6-032D-4FD3-BB5B-0CEAD7EB1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2" y="1699981"/>
            <a:ext cx="2916277" cy="3606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28372A9-1E5B-4F2B-94B1-306B5FE76B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583" y="4938573"/>
            <a:ext cx="2159553" cy="7677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8CB270D-19C7-42D2-B794-2D51901EDC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785" y="5706314"/>
            <a:ext cx="3102083" cy="7732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268BB0-E799-4D74-AC10-9E926E4EF33F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tx1"/>
                </a:solidFill>
              </a:rPr>
              <a:t>A.Organisation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tools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B.Project</a:t>
            </a:r>
            <a:r>
              <a:rPr lang="fr-FR" sz="2000" dirty="0">
                <a:solidFill>
                  <a:schemeClr val="bg1"/>
                </a:solidFill>
              </a:rPr>
              <a:t> management </a:t>
            </a:r>
            <a:r>
              <a:rPr lang="fr-FR" sz="2000" dirty="0" err="1">
                <a:solidFill>
                  <a:schemeClr val="bg1"/>
                </a:solidFill>
              </a:rPr>
              <a:t>C.Timeline</a:t>
            </a:r>
            <a:r>
              <a:rPr lang="fr-FR" sz="2000" dirty="0">
                <a:solidFill>
                  <a:schemeClr val="bg1"/>
                </a:solidFill>
              </a:rPr>
              <a:t> D.RACI </a:t>
            </a:r>
            <a:r>
              <a:rPr lang="fr-FR" sz="2000" dirty="0" err="1">
                <a:solidFill>
                  <a:schemeClr val="bg1"/>
                </a:solidFill>
              </a:rPr>
              <a:t>E.Earn</a:t>
            </a:r>
            <a:r>
              <a:rPr lang="fr-FR" sz="2000" dirty="0">
                <a:solidFill>
                  <a:schemeClr val="bg1"/>
                </a:solidFill>
              </a:rPr>
              <a:t> value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4E9DA52-38CC-4066-BFF8-AFA18D9BB8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489" y="5106637"/>
            <a:ext cx="1341664" cy="13416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D6E4273-CF34-4FCC-8730-66990073E5E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7155"/>
          <a:stretch/>
        </p:blipFill>
        <p:spPr>
          <a:xfrm>
            <a:off x="4133520" y="1762944"/>
            <a:ext cx="7908059" cy="295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355357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B8065925-0349-4D98-A1DB-A51FD4F50B6E}"/>
              </a:ext>
            </a:extLst>
          </p:cNvPr>
          <p:cNvSpPr txBox="1"/>
          <p:nvPr/>
        </p:nvSpPr>
        <p:spPr>
          <a:xfrm>
            <a:off x="1016678" y="945663"/>
            <a:ext cx="4183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B.  Project management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675577-2283-4226-8295-AF2C22123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ECD344A-B416-4374-B23C-EB45E123C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BEC48B59-7235-4659-B8D9-EC738D08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8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CDD85D1-89E8-4BAB-A311-06AE7D6448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698" y="1351828"/>
            <a:ext cx="5225947" cy="205118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AECC0758-EAD3-4A2A-B673-688EE23ADE4F}"/>
              </a:ext>
            </a:extLst>
          </p:cNvPr>
          <p:cNvSpPr txBox="1"/>
          <p:nvPr/>
        </p:nvSpPr>
        <p:spPr>
          <a:xfrm>
            <a:off x="8146419" y="3339145"/>
            <a:ext cx="3837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Bell MT" panose="02020503060305020303" pitchFamily="18" charset="0"/>
              </a:rPr>
              <a:t>Agile </a:t>
            </a:r>
            <a:r>
              <a:rPr lang="fr-FR" sz="2000" dirty="0" err="1">
                <a:latin typeface="Bell MT" panose="02020503060305020303" pitchFamily="18" charset="0"/>
              </a:rPr>
              <a:t>method</a:t>
            </a:r>
            <a:endParaRPr lang="fr-FR" sz="20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19326B6-A52A-4505-B242-15FF2DC14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171" y="3838255"/>
            <a:ext cx="1295094" cy="129509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AE2193C-BCD7-4374-BEA6-4071E05A63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66" y="3828260"/>
            <a:ext cx="1295094" cy="129509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EDD0F43-1076-45F9-8462-19DC7CBB14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216" y="2162329"/>
            <a:ext cx="1069234" cy="106923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5405310C-C20C-4D85-9725-96D65D351B89}"/>
              </a:ext>
            </a:extLst>
          </p:cNvPr>
          <p:cNvSpPr txBox="1"/>
          <p:nvPr/>
        </p:nvSpPr>
        <p:spPr>
          <a:xfrm>
            <a:off x="454725" y="3360428"/>
            <a:ext cx="198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Weekly report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638462E-AE02-4866-8643-2A0DF26201C6}"/>
              </a:ext>
            </a:extLst>
          </p:cNvPr>
          <p:cNvSpPr txBox="1"/>
          <p:nvPr/>
        </p:nvSpPr>
        <p:spPr>
          <a:xfrm>
            <a:off x="2912216" y="3339145"/>
            <a:ext cx="1133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Visio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CD51D94-CFF0-4AE1-A56E-5FFC3508F0A1}"/>
              </a:ext>
            </a:extLst>
          </p:cNvPr>
          <p:cNvSpPr txBox="1"/>
          <p:nvPr/>
        </p:nvSpPr>
        <p:spPr>
          <a:xfrm>
            <a:off x="4589030" y="3373584"/>
            <a:ext cx="2284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Periodic</a:t>
            </a:r>
            <a:r>
              <a:rPr lang="fr-FR" sz="2000" dirty="0"/>
              <a:t> meeting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2CC222-4D63-42FC-9307-6A3A3D087FA2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bg1"/>
                </a:solidFill>
              </a:rPr>
              <a:t>A.Organisation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tools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B.Project</a:t>
            </a:r>
            <a:r>
              <a:rPr lang="fr-FR" sz="2000" dirty="0">
                <a:solidFill>
                  <a:schemeClr val="tx1"/>
                </a:solidFill>
              </a:rPr>
              <a:t> management </a:t>
            </a:r>
            <a:r>
              <a:rPr lang="fr-FR" sz="2000" dirty="0" err="1">
                <a:solidFill>
                  <a:schemeClr val="bg1"/>
                </a:solidFill>
              </a:rPr>
              <a:t>C.Timeline</a:t>
            </a:r>
            <a:r>
              <a:rPr lang="fr-FR" sz="2000" dirty="0">
                <a:solidFill>
                  <a:schemeClr val="bg1"/>
                </a:solidFill>
              </a:rPr>
              <a:t> D.RACI </a:t>
            </a:r>
            <a:r>
              <a:rPr lang="fr-FR" sz="2000" dirty="0" err="1">
                <a:solidFill>
                  <a:schemeClr val="bg1"/>
                </a:solidFill>
              </a:rPr>
              <a:t>E.Earn</a:t>
            </a:r>
            <a:r>
              <a:rPr lang="fr-FR" sz="2000" dirty="0">
                <a:solidFill>
                  <a:schemeClr val="bg1"/>
                </a:solidFill>
              </a:rPr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19719264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2481BE1-D0F9-409B-B85D-66851CD6A87C}"/>
              </a:ext>
            </a:extLst>
          </p:cNvPr>
          <p:cNvSpPr txBox="1"/>
          <p:nvPr/>
        </p:nvSpPr>
        <p:spPr>
          <a:xfrm>
            <a:off x="1016678" y="945663"/>
            <a:ext cx="7877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C. Timeline – Engineering office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E05422F3-F8E3-4D61-A9C5-4936E753E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E2B93F13-D17E-4E7B-8390-A8B986D17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66" name="Espace réservé du numéro de diapositive 3">
            <a:extLst>
              <a:ext uri="{FF2B5EF4-FFF2-40B4-BE49-F238E27FC236}">
                <a16:creationId xmlns:a16="http://schemas.microsoft.com/office/drawing/2014/main" id="{13663B15-6157-40A8-8C1B-75C7BCFED31B}"/>
              </a:ext>
            </a:extLst>
          </p:cNvPr>
          <p:cNvSpPr txBox="1">
            <a:spLocks/>
          </p:cNvSpPr>
          <p:nvPr/>
        </p:nvSpPr>
        <p:spPr>
          <a:xfrm>
            <a:off x="5415148" y="6448301"/>
            <a:ext cx="1099952" cy="3746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9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6731BA08-6550-4242-9FCE-72F0BDFEC2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584"/>
          <a:stretch/>
        </p:blipFill>
        <p:spPr>
          <a:xfrm>
            <a:off x="1789350" y="1662463"/>
            <a:ext cx="8568756" cy="3855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516429-AC9E-4FF7-AD19-CA08D5364B2D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bg1"/>
                </a:solidFill>
              </a:rPr>
              <a:t>A.Organisation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tools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B.Project</a:t>
            </a:r>
            <a:r>
              <a:rPr lang="fr-FR" sz="2000" dirty="0">
                <a:solidFill>
                  <a:schemeClr val="bg1"/>
                </a:solidFill>
              </a:rPr>
              <a:t> management </a:t>
            </a:r>
            <a:r>
              <a:rPr lang="fr-FR" sz="2000" dirty="0" err="1">
                <a:solidFill>
                  <a:schemeClr val="tx1"/>
                </a:solidFill>
              </a:rPr>
              <a:t>C.Timeline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D.RACI </a:t>
            </a:r>
            <a:r>
              <a:rPr lang="fr-FR" sz="2000" dirty="0" err="1">
                <a:solidFill>
                  <a:schemeClr val="bg1"/>
                </a:solidFill>
              </a:rPr>
              <a:t>E.Earn</a:t>
            </a:r>
            <a:r>
              <a:rPr lang="fr-FR" sz="2000" dirty="0">
                <a:solidFill>
                  <a:schemeClr val="bg1"/>
                </a:solidFill>
              </a:rPr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129420633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B8065925-0349-4D98-A1DB-A51FD4F50B6E}"/>
              </a:ext>
            </a:extLst>
          </p:cNvPr>
          <p:cNvSpPr txBox="1"/>
          <p:nvPr/>
        </p:nvSpPr>
        <p:spPr>
          <a:xfrm>
            <a:off x="1016678" y="945663"/>
            <a:ext cx="1630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D. RACI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C81B825-6720-4441-9BEC-0F4F4C56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E6CA9F98-44E1-47D1-A48E-3FE9AC013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44" name="Espace réservé du numéro de diapositive 3">
            <a:extLst>
              <a:ext uri="{FF2B5EF4-FFF2-40B4-BE49-F238E27FC236}">
                <a16:creationId xmlns:a16="http://schemas.microsoft.com/office/drawing/2014/main" id="{11DB1079-BAB8-4505-A635-33923E4AF392}"/>
              </a:ext>
            </a:extLst>
          </p:cNvPr>
          <p:cNvSpPr txBox="1">
            <a:spLocks/>
          </p:cNvSpPr>
          <p:nvPr/>
        </p:nvSpPr>
        <p:spPr>
          <a:xfrm>
            <a:off x="5415148" y="6448301"/>
            <a:ext cx="1099952" cy="3746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10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2FEDF43-4AA4-4D68-A065-EF8C1F816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803" y="1491939"/>
            <a:ext cx="8674100" cy="3652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9659DB-6929-466D-B571-2D4AA4C2C52A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bg1"/>
                </a:solidFill>
              </a:rPr>
              <a:t>A.Organisation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tools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B.Project</a:t>
            </a:r>
            <a:r>
              <a:rPr lang="fr-FR" sz="2000" dirty="0">
                <a:solidFill>
                  <a:schemeClr val="bg1"/>
                </a:solidFill>
              </a:rPr>
              <a:t> management </a:t>
            </a:r>
            <a:r>
              <a:rPr lang="fr-FR" sz="2000" dirty="0" err="1">
                <a:solidFill>
                  <a:schemeClr val="bg1"/>
                </a:solidFill>
              </a:rPr>
              <a:t>C.Timeline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>
                <a:solidFill>
                  <a:schemeClr val="tx1"/>
                </a:solidFill>
              </a:rPr>
              <a:t>D.RACI </a:t>
            </a:r>
            <a:r>
              <a:rPr lang="fr-FR" sz="2000" dirty="0" err="1">
                <a:solidFill>
                  <a:schemeClr val="bg1"/>
                </a:solidFill>
              </a:rPr>
              <a:t>E.Earn</a:t>
            </a:r>
            <a:r>
              <a:rPr lang="fr-FR" sz="2000" dirty="0">
                <a:solidFill>
                  <a:schemeClr val="bg1"/>
                </a:solidFill>
              </a:rPr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2327892666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39">
            <a:extLst>
              <a:ext uri="{FF2B5EF4-FFF2-40B4-BE49-F238E27FC236}">
                <a16:creationId xmlns:a16="http://schemas.microsoft.com/office/drawing/2014/main" id="{00000000-0008-0000-0000-0000270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962960"/>
              </p:ext>
            </p:extLst>
          </p:nvPr>
        </p:nvGraphicFramePr>
        <p:xfrm>
          <a:off x="1128790" y="1411857"/>
          <a:ext cx="9525351" cy="4123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B8065925-0349-4D98-A1DB-A51FD4F50B6E}"/>
              </a:ext>
            </a:extLst>
          </p:cNvPr>
          <p:cNvSpPr txBox="1"/>
          <p:nvPr/>
        </p:nvSpPr>
        <p:spPr>
          <a:xfrm>
            <a:off x="1016678" y="945663"/>
            <a:ext cx="2473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E. </a:t>
            </a:r>
            <a:r>
              <a:rPr lang="fr-FR" sz="3200" u="sng" dirty="0" err="1">
                <a:latin typeface="Bell MT" panose="02020503060305020303" pitchFamily="18" charset="0"/>
              </a:rPr>
              <a:t>Earn</a:t>
            </a:r>
            <a:r>
              <a:rPr lang="fr-FR" sz="3200" u="sng" dirty="0">
                <a:latin typeface="Bell MT" panose="02020503060305020303" pitchFamily="18" charset="0"/>
              </a:rPr>
              <a:t> value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C81B825-6720-4441-9BEC-0F4F4C56B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E6CA9F98-44E1-47D1-A48E-3FE9AC013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44" name="Espace réservé du numéro de diapositive 3">
            <a:extLst>
              <a:ext uri="{FF2B5EF4-FFF2-40B4-BE49-F238E27FC236}">
                <a16:creationId xmlns:a16="http://schemas.microsoft.com/office/drawing/2014/main" id="{11DB1079-BAB8-4505-A635-33923E4AF392}"/>
              </a:ext>
            </a:extLst>
          </p:cNvPr>
          <p:cNvSpPr txBox="1">
            <a:spLocks/>
          </p:cNvSpPr>
          <p:nvPr/>
        </p:nvSpPr>
        <p:spPr>
          <a:xfrm>
            <a:off x="5415148" y="6448301"/>
            <a:ext cx="1099952" cy="3746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11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6DAC7-8113-41D1-ABF9-D391654D76D7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err="1">
                <a:solidFill>
                  <a:schemeClr val="bg1"/>
                </a:solidFill>
              </a:rPr>
              <a:t>A.Organisation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tools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B.Project</a:t>
            </a:r>
            <a:r>
              <a:rPr lang="fr-FR" sz="2000" dirty="0">
                <a:solidFill>
                  <a:schemeClr val="bg1"/>
                </a:solidFill>
              </a:rPr>
              <a:t> management </a:t>
            </a:r>
            <a:r>
              <a:rPr lang="fr-FR" sz="2000" dirty="0" err="1">
                <a:solidFill>
                  <a:schemeClr val="bg1"/>
                </a:solidFill>
              </a:rPr>
              <a:t>C.Timeline</a:t>
            </a:r>
            <a:r>
              <a:rPr lang="fr-FR" sz="2000" dirty="0">
                <a:solidFill>
                  <a:schemeClr val="bg1"/>
                </a:solidFill>
              </a:rPr>
              <a:t> D.RACI </a:t>
            </a:r>
            <a:r>
              <a:rPr lang="fr-FR" sz="2000" dirty="0" err="1">
                <a:solidFill>
                  <a:schemeClr val="tx1"/>
                </a:solidFill>
              </a:rPr>
              <a:t>E.Earn</a:t>
            </a:r>
            <a:r>
              <a:rPr lang="fr-FR" sz="2000" dirty="0">
                <a:solidFill>
                  <a:schemeClr val="tx1"/>
                </a:solidFill>
              </a:rPr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2869766400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3365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A. Scenarii-module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12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A.Scenarii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9BE63A7A-2177-468E-A71D-AE29FD7591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122064"/>
              </p:ext>
            </p:extLst>
          </p:nvPr>
        </p:nvGraphicFramePr>
        <p:xfrm>
          <a:off x="386091" y="1591659"/>
          <a:ext cx="5244688" cy="163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AAFF13CD-D975-4368-B121-AFC0C8D602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706221"/>
              </p:ext>
            </p:extLst>
          </p:nvPr>
        </p:nvGraphicFramePr>
        <p:xfrm>
          <a:off x="386092" y="3588912"/>
          <a:ext cx="5244687" cy="2061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7" name="Diagramme 16">
            <a:extLst>
              <a:ext uri="{FF2B5EF4-FFF2-40B4-BE49-F238E27FC236}">
                <a16:creationId xmlns:a16="http://schemas.microsoft.com/office/drawing/2014/main" id="{29467B3B-267F-4F2D-BD14-D2D1F1AAA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860516"/>
              </p:ext>
            </p:extLst>
          </p:nvPr>
        </p:nvGraphicFramePr>
        <p:xfrm>
          <a:off x="6515100" y="2377439"/>
          <a:ext cx="5474047" cy="258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extLst>
      <p:ext uri="{BB962C8B-B14F-4D97-AF65-F5344CB8AC3E}">
        <p14:creationId xmlns:p14="http://schemas.microsoft.com/office/powerpoint/2010/main" val="2936719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8" grpId="0">
        <p:bldAsOne/>
      </p:bldGraphic>
      <p:bldGraphic spid="17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2908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A. Scenarii-lidar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13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A.Scenarii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2" name="4567">
            <a:hlinkClick r:id="" action="ppaction://media"/>
            <a:extLst>
              <a:ext uri="{FF2B5EF4-FFF2-40B4-BE49-F238E27FC236}">
                <a16:creationId xmlns:a16="http://schemas.microsoft.com/office/drawing/2014/main" id="{41E2DBA2-1C48-4AB5-B23D-4C94FC7DE5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9"/>
          <a:srcRect l="33959" r="34062"/>
          <a:stretch/>
        </p:blipFill>
        <p:spPr>
          <a:xfrm>
            <a:off x="7281735" y="1046827"/>
            <a:ext cx="2752581" cy="4841672"/>
          </a:xfrm>
          <a:prstGeom prst="rect">
            <a:avLst/>
          </a:prstGeom>
        </p:spPr>
      </p:pic>
      <p:pic>
        <p:nvPicPr>
          <p:cNvPr id="3" name="456">
            <a:hlinkClick r:id="" action="ppaction://media"/>
            <a:extLst>
              <a:ext uri="{FF2B5EF4-FFF2-40B4-BE49-F238E27FC236}">
                <a16:creationId xmlns:a16="http://schemas.microsoft.com/office/drawing/2014/main" id="{080293ED-231B-4CCF-A8FF-E054DB5CBFF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10"/>
          <a:srcRect l="34063" r="34479"/>
          <a:stretch/>
        </p:blipFill>
        <p:spPr>
          <a:xfrm>
            <a:off x="4479878" y="1046827"/>
            <a:ext cx="2659302" cy="4841672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7210FA71-D362-4851-8A11-D996BED34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011650"/>
              </p:ext>
            </p:extLst>
          </p:nvPr>
        </p:nvGraphicFramePr>
        <p:xfrm>
          <a:off x="639839" y="1911950"/>
          <a:ext cx="3518275" cy="3271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269464764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withEffect">
                                  <p:stCondLst>
                                    <p:cond delay="2000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4187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A. Scenarii-</a:t>
            </a:r>
            <a:r>
              <a:rPr lang="fr-FR" sz="3200" u="sng" dirty="0" err="1">
                <a:latin typeface="Bell MT" panose="02020503060305020303" pitchFamily="18" charset="0"/>
              </a:rPr>
              <a:t>raspberry</a:t>
            </a:r>
            <a:r>
              <a:rPr lang="fr-FR" sz="3200" u="sng" dirty="0">
                <a:latin typeface="Bell MT" panose="02020503060305020303" pitchFamily="18" charset="0"/>
              </a:rPr>
              <a:t> pi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14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A.Scenarii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8A2DE7E4-32D2-471D-82D0-562A46A8B6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039562"/>
              </p:ext>
            </p:extLst>
          </p:nvPr>
        </p:nvGraphicFramePr>
        <p:xfrm>
          <a:off x="6515100" y="2398404"/>
          <a:ext cx="5244688" cy="2061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C5BC3E2E-F872-4573-B333-0D87520FC39E}"/>
              </a:ext>
            </a:extLst>
          </p:cNvPr>
          <p:cNvSpPr/>
          <p:nvPr/>
        </p:nvSpPr>
        <p:spPr>
          <a:xfrm>
            <a:off x="621594" y="2109354"/>
            <a:ext cx="4913019" cy="843525"/>
          </a:xfrm>
          <a:custGeom>
            <a:avLst/>
            <a:gdLst>
              <a:gd name="connsiteX0" fmla="*/ 0 w 4913019"/>
              <a:gd name="connsiteY0" fmla="*/ 0 h 843523"/>
              <a:gd name="connsiteX1" fmla="*/ 4491258 w 4913019"/>
              <a:gd name="connsiteY1" fmla="*/ 0 h 843523"/>
              <a:gd name="connsiteX2" fmla="*/ 4913019 w 4913019"/>
              <a:gd name="connsiteY2" fmla="*/ 421762 h 843523"/>
              <a:gd name="connsiteX3" fmla="*/ 4491258 w 4913019"/>
              <a:gd name="connsiteY3" fmla="*/ 843523 h 843523"/>
              <a:gd name="connsiteX4" fmla="*/ 0 w 4913019"/>
              <a:gd name="connsiteY4" fmla="*/ 843523 h 843523"/>
              <a:gd name="connsiteX5" fmla="*/ 0 w 4913019"/>
              <a:gd name="connsiteY5" fmla="*/ 0 h 84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3019" h="843523">
                <a:moveTo>
                  <a:pt x="4913019" y="843522"/>
                </a:moveTo>
                <a:lnTo>
                  <a:pt x="421761" y="843522"/>
                </a:lnTo>
                <a:lnTo>
                  <a:pt x="0" y="421761"/>
                </a:lnTo>
                <a:lnTo>
                  <a:pt x="421761" y="1"/>
                </a:lnTo>
                <a:lnTo>
                  <a:pt x="4913019" y="1"/>
                </a:lnTo>
                <a:lnTo>
                  <a:pt x="4913019" y="8435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2851" tIns="160021" rIns="298704" bIns="160020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4200" kern="1200" dirty="0"/>
              <a:t>Camera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98E217B-05BB-41B3-B979-CC898FBEDF82}"/>
              </a:ext>
            </a:extLst>
          </p:cNvPr>
          <p:cNvSpPr/>
          <p:nvPr/>
        </p:nvSpPr>
        <p:spPr>
          <a:xfrm>
            <a:off x="199832" y="2109355"/>
            <a:ext cx="843523" cy="843523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6021" t="6157" r="2708" b="2572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72BC3F61-970A-44C1-BCB9-E3D38F9EFB4A}"/>
              </a:ext>
            </a:extLst>
          </p:cNvPr>
          <p:cNvSpPr/>
          <p:nvPr/>
        </p:nvSpPr>
        <p:spPr>
          <a:xfrm>
            <a:off x="621594" y="3204675"/>
            <a:ext cx="4913019" cy="843525"/>
          </a:xfrm>
          <a:custGeom>
            <a:avLst/>
            <a:gdLst>
              <a:gd name="connsiteX0" fmla="*/ 0 w 4913019"/>
              <a:gd name="connsiteY0" fmla="*/ 0 h 843523"/>
              <a:gd name="connsiteX1" fmla="*/ 4491258 w 4913019"/>
              <a:gd name="connsiteY1" fmla="*/ 0 h 843523"/>
              <a:gd name="connsiteX2" fmla="*/ 4913019 w 4913019"/>
              <a:gd name="connsiteY2" fmla="*/ 421762 h 843523"/>
              <a:gd name="connsiteX3" fmla="*/ 4491258 w 4913019"/>
              <a:gd name="connsiteY3" fmla="*/ 843523 h 843523"/>
              <a:gd name="connsiteX4" fmla="*/ 0 w 4913019"/>
              <a:gd name="connsiteY4" fmla="*/ 843523 h 843523"/>
              <a:gd name="connsiteX5" fmla="*/ 0 w 4913019"/>
              <a:gd name="connsiteY5" fmla="*/ 0 h 84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3019" h="843523">
                <a:moveTo>
                  <a:pt x="4913019" y="843522"/>
                </a:moveTo>
                <a:lnTo>
                  <a:pt x="421761" y="843522"/>
                </a:lnTo>
                <a:lnTo>
                  <a:pt x="0" y="421761"/>
                </a:lnTo>
                <a:lnTo>
                  <a:pt x="421761" y="1"/>
                </a:lnTo>
                <a:lnTo>
                  <a:pt x="4913019" y="1"/>
                </a:lnTo>
                <a:lnTo>
                  <a:pt x="4913019" y="8435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2851" tIns="160021" rIns="298704" bIns="160021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4200" kern="1200" dirty="0"/>
              <a:t>Speaker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C9D394F-02C8-433D-A969-27A5A3E29ABC}"/>
              </a:ext>
            </a:extLst>
          </p:cNvPr>
          <p:cNvSpPr/>
          <p:nvPr/>
        </p:nvSpPr>
        <p:spPr>
          <a:xfrm>
            <a:off x="199832" y="3204676"/>
            <a:ext cx="843523" cy="843523"/>
          </a:xfrm>
          <a:prstGeom prst="ellipse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7968" t="7969" r="7968" b="7969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F4A8692-374A-45D0-97CE-7333447BB6AF}"/>
              </a:ext>
            </a:extLst>
          </p:cNvPr>
          <p:cNvSpPr/>
          <p:nvPr/>
        </p:nvSpPr>
        <p:spPr>
          <a:xfrm>
            <a:off x="621594" y="4299997"/>
            <a:ext cx="4913019" cy="843524"/>
          </a:xfrm>
          <a:custGeom>
            <a:avLst/>
            <a:gdLst>
              <a:gd name="connsiteX0" fmla="*/ 0 w 4913019"/>
              <a:gd name="connsiteY0" fmla="*/ 0 h 843523"/>
              <a:gd name="connsiteX1" fmla="*/ 4491258 w 4913019"/>
              <a:gd name="connsiteY1" fmla="*/ 0 h 843523"/>
              <a:gd name="connsiteX2" fmla="*/ 4913019 w 4913019"/>
              <a:gd name="connsiteY2" fmla="*/ 421762 h 843523"/>
              <a:gd name="connsiteX3" fmla="*/ 4491258 w 4913019"/>
              <a:gd name="connsiteY3" fmla="*/ 843523 h 843523"/>
              <a:gd name="connsiteX4" fmla="*/ 0 w 4913019"/>
              <a:gd name="connsiteY4" fmla="*/ 843523 h 843523"/>
              <a:gd name="connsiteX5" fmla="*/ 0 w 4913019"/>
              <a:gd name="connsiteY5" fmla="*/ 0 h 84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3019" h="843523">
                <a:moveTo>
                  <a:pt x="4913019" y="843522"/>
                </a:moveTo>
                <a:lnTo>
                  <a:pt x="421761" y="843522"/>
                </a:lnTo>
                <a:lnTo>
                  <a:pt x="0" y="421761"/>
                </a:lnTo>
                <a:lnTo>
                  <a:pt x="421761" y="1"/>
                </a:lnTo>
                <a:lnTo>
                  <a:pt x="4913019" y="1"/>
                </a:lnTo>
                <a:lnTo>
                  <a:pt x="4913019" y="8435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2851" tIns="160021" rIns="298704" bIns="160020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4200" kern="1200" dirty="0"/>
              <a:t>LCD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066FA01-B417-4347-A980-BCD09498871F}"/>
              </a:ext>
            </a:extLst>
          </p:cNvPr>
          <p:cNvSpPr/>
          <p:nvPr/>
        </p:nvSpPr>
        <p:spPr>
          <a:xfrm>
            <a:off x="199832" y="4299998"/>
            <a:ext cx="843523" cy="843523"/>
          </a:xfrm>
          <a:prstGeom prst="ellipse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3423" t="4812" r="5687" b="4298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4B94ACA-B703-409E-B214-ED412BACE7E0}"/>
              </a:ext>
            </a:extLst>
          </p:cNvPr>
          <p:cNvCxnSpPr/>
          <p:nvPr/>
        </p:nvCxnSpPr>
        <p:spPr>
          <a:xfrm>
            <a:off x="6198671" y="1663079"/>
            <a:ext cx="0" cy="424925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BE9DEB1-09AD-43FF-8BCF-2AB3834B78DD}"/>
              </a:ext>
            </a:extLst>
          </p:cNvPr>
          <p:cNvSpPr txBox="1"/>
          <p:nvPr/>
        </p:nvSpPr>
        <p:spPr>
          <a:xfrm>
            <a:off x="8439868" y="945663"/>
            <a:ext cx="983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PCB</a:t>
            </a:r>
          </a:p>
        </p:txBody>
      </p:sp>
    </p:spTree>
    <p:extLst>
      <p:ext uri="{BB962C8B-B14F-4D97-AF65-F5344CB8AC3E}">
        <p14:creationId xmlns:p14="http://schemas.microsoft.com/office/powerpoint/2010/main" val="5278218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  <p:bldP spid="8" grpId="0" animBg="1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BCC3D66-02D7-498E-AD10-6594B083A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1590" y1="22352" x2="71590" y2="22352"/>
                        <a14:foregroundMark x1="64798" y1="51293" x2="64798" y2="51293"/>
                        <a14:backgroundMark x1="71590" y1="21908" x2="71590" y2="21908"/>
                        <a14:backgroundMark x1="16119" y1="74050" x2="16119" y2="74050"/>
                        <a14:backgroundMark x1="16119" y1="75141" x2="16119" y2="75141"/>
                        <a14:backgroundMark x1="89111" y1="49515" x2="89111" y2="49515"/>
                        <a14:backgroundMark x1="87062" y1="48424" x2="87062" y2="48424"/>
                        <a14:backgroundMark x1="81833" y1="36378" x2="81833" y2="36378"/>
                        <a14:backgroundMark x1="76550" y1="28698" x2="76550" y2="28698"/>
                        <a14:backgroundMark x1="40054" y1="32215" x2="40054" y2="32215"/>
                        <a14:backgroundMark x1="75687" y1="21908" x2="75687" y2="21908"/>
                        <a14:backgroundMark x1="75418" y1="25182" x2="75418" y2="25182"/>
                        <a14:backgroundMark x1="43666" y1="82781" x2="43666" y2="82781"/>
                        <a14:backgroundMark x1="47493" y1="80315" x2="47493" y2="80315"/>
                        <a14:backgroundMark x1="74501" y1="73646" x2="74501" y2="73646"/>
                        <a14:backgroundMark x1="41671" y1="21180" x2="41671" y2="21180"/>
                        <a14:backgroundMark x1="67763" y1="28577" x2="67763" y2="28577"/>
                        <a14:backgroundMark x1="48464" y1="30113" x2="48464" y2="30113"/>
                        <a14:backgroundMark x1="50243" y1="29911" x2="50243" y2="29911"/>
                        <a14:backgroundMark x1="50836" y1="29669" x2="50836" y2="29669"/>
                        <a14:backgroundMark x1="52022" y1="29224" x2="52022" y2="292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118" y="-261074"/>
            <a:ext cx="4361196" cy="581492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F5E02ED-D4D8-41CE-BDE7-D55AB44C46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2419" y1="42366" x2="32419" y2="42366"/>
                        <a14:foregroundMark x1="39677" y1="48172" x2="39677" y2="48172"/>
                        <a14:foregroundMark x1="25484" y1="49892" x2="25484" y2="49892"/>
                        <a14:foregroundMark x1="64677" y1="45591" x2="64677" y2="45591"/>
                        <a14:foregroundMark x1="75000" y1="42366" x2="75000" y2="42366"/>
                        <a14:foregroundMark x1="85000" y1="38710" x2="85000" y2="38710"/>
                        <a14:backgroundMark x1="70484" y1="48387" x2="70484" y2="48387"/>
                        <a14:backgroundMark x1="71129" y1="52473" x2="71129" y2="52473"/>
                        <a14:backgroundMark x1="67258" y1="40645" x2="67258" y2="40645"/>
                        <a14:backgroundMark x1="69839" y1="43011" x2="69839" y2="43011"/>
                        <a14:backgroundMark x1="70484" y1="57634" x2="70484" y2="57634"/>
                        <a14:backgroundMark x1="66774" y1="60215" x2="66774" y2="60215"/>
                        <a14:backgroundMark x1="75806" y1="67527" x2="75806" y2="67527"/>
                        <a14:backgroundMark x1="76774" y1="64301" x2="76774" y2="64301"/>
                        <a14:backgroundMark x1="78710" y1="61075" x2="78710" y2="61075"/>
                        <a14:backgroundMark x1="79032" y1="57204" x2="79032" y2="57204"/>
                        <a14:backgroundMark x1="81129" y1="52903" x2="81129" y2="52903"/>
                        <a14:backgroundMark x1="80968" y1="47742" x2="80968" y2="47742"/>
                        <a14:backgroundMark x1="79677" y1="43656" x2="79677" y2="43656"/>
                        <a14:backgroundMark x1="78548" y1="37204" x2="78548" y2="37204"/>
                        <a14:backgroundMark x1="79032" y1="45806" x2="79032" y2="45806"/>
                        <a14:backgroundMark x1="80161" y1="45161" x2="80161" y2="45161"/>
                        <a14:backgroundMark x1="78710" y1="38495" x2="78710" y2="38495"/>
                        <a14:backgroundMark x1="72903" y1="32258" x2="76452" y2="33978"/>
                        <a14:backgroundMark x1="79839" y1="41720" x2="79839" y2="41720"/>
                        <a14:backgroundMark x1="81613" y1="51398" x2="81613" y2="51398"/>
                        <a14:backgroundMark x1="81774" y1="55699" x2="81774" y2="55699"/>
                        <a14:backgroundMark x1="81129" y1="58065" x2="81129" y2="58065"/>
                        <a14:backgroundMark x1="79839" y1="59355" x2="79839" y2="59355"/>
                        <a14:backgroundMark x1="74355" y1="68602" x2="74355" y2="68602"/>
                        <a14:backgroundMark x1="77258" y1="63656" x2="74516" y2="68817"/>
                        <a14:backgroundMark x1="75484" y1="67957" x2="75484" y2="67957"/>
                        <a14:backgroundMark x1="75968" y1="61720" x2="75968" y2="61720"/>
                        <a14:backgroundMark x1="70000" y1="52903" x2="70000" y2="52903"/>
                        <a14:backgroundMark x1="60645" y1="69892" x2="50806" y2="8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314" y="4646477"/>
            <a:ext cx="3185826" cy="2389371"/>
          </a:xfrm>
          <a:prstGeom prst="rect">
            <a:avLst/>
          </a:prstGeom>
        </p:spPr>
      </p:pic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408AD021-73E1-47B1-8EDF-BA9E9BD3FB4F}"/>
              </a:ext>
            </a:extLst>
          </p:cNvPr>
          <p:cNvCxnSpPr/>
          <p:nvPr/>
        </p:nvCxnSpPr>
        <p:spPr>
          <a:xfrm rot="5400000">
            <a:off x="5022092" y="4203945"/>
            <a:ext cx="1640886" cy="712269"/>
          </a:xfrm>
          <a:prstGeom prst="bentConnector3">
            <a:avLst>
              <a:gd name="adj1" fmla="val 6525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3882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B.1 </a:t>
            </a:r>
            <a:r>
              <a:rPr lang="fr-FR" sz="3200" u="sng" dirty="0" err="1">
                <a:latin typeface="Bell MT" panose="02020503060305020303" pitchFamily="18" charset="0"/>
              </a:rPr>
              <a:t>Static</a:t>
            </a:r>
            <a:r>
              <a:rPr lang="fr-FR" sz="3200" u="sng" dirty="0">
                <a:latin typeface="Bell MT" panose="02020503060305020303" pitchFamily="18" charset="0"/>
              </a:rPr>
              <a:t> architecture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15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A.Scenarii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B.Architecture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23" name="Espace réservé du contenu 4">
            <a:extLst>
              <a:ext uri="{FF2B5EF4-FFF2-40B4-BE49-F238E27FC236}">
                <a16:creationId xmlns:a16="http://schemas.microsoft.com/office/drawing/2014/main" id="{DE383557-20AF-4BA6-BB52-4164F830C6C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7876" y="2453587"/>
            <a:ext cx="1783365" cy="3174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0BE466E-00B4-47C7-9BF3-7DD3CF630F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000" b="90000" l="7000" r="94875">
                        <a14:foregroundMark x1="7000" y1="44833" x2="7000" y2="44833"/>
                        <a14:foregroundMark x1="90250" y1="38667" x2="89375" y2="39500"/>
                        <a14:foregroundMark x1="90000" y1="11333" x2="90000" y2="11333"/>
                        <a14:foregroundMark x1="91750" y1="9000" x2="91750" y2="9000"/>
                        <a14:foregroundMark x1="88375" y1="33833" x2="88375" y2="33833"/>
                        <a14:foregroundMark x1="86250" y1="22833" x2="74000" y2="30167"/>
                        <a14:foregroundMark x1="90000" y1="25167" x2="76125" y2="56167"/>
                        <a14:foregroundMark x1="81625" y1="58500" x2="81625" y2="58500"/>
                        <a14:foregroundMark x1="82875" y1="61000" x2="82875" y2="61000"/>
                        <a14:foregroundMark x1="83500" y1="60333" x2="83875" y2="59833"/>
                        <a14:foregroundMark x1="85750" y1="47000" x2="89125" y2="72833"/>
                        <a14:foregroundMark x1="89125" y1="72833" x2="89625" y2="73667"/>
                        <a14:foregroundMark x1="94500" y1="64333" x2="94500" y2="64333"/>
                        <a14:foregroundMark x1="94875" y1="50667" x2="94875" y2="5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824" y="2701719"/>
            <a:ext cx="2767779" cy="2075835"/>
          </a:xfrm>
          <a:prstGeom prst="rect">
            <a:avLst/>
          </a:prstGeom>
        </p:spPr>
      </p:pic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DE2DC4F6-86B1-4301-8852-363AD85EBFE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7913140" y="3739637"/>
            <a:ext cx="1103684" cy="2101526"/>
          </a:xfrm>
          <a:prstGeom prst="bentConnector3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2CC1A868-A90A-4A03-905A-06737D21D02D}"/>
              </a:ext>
            </a:extLst>
          </p:cNvPr>
          <p:cNvCxnSpPr>
            <a:stCxn id="23" idx="2"/>
          </p:cNvCxnSpPr>
          <p:nvPr/>
        </p:nvCxnSpPr>
        <p:spPr>
          <a:xfrm flipV="1">
            <a:off x="3406977" y="2701719"/>
            <a:ext cx="1598160" cy="1339285"/>
          </a:xfrm>
          <a:prstGeom prst="bentConnector3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722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>
            <a:extLst>
              <a:ext uri="{FF2B5EF4-FFF2-40B4-BE49-F238E27FC236}">
                <a16:creationId xmlns:a16="http://schemas.microsoft.com/office/drawing/2014/main" id="{B9D57F65-8812-4428-9E97-FC4858B5C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092" y="789314"/>
            <a:ext cx="8077126" cy="5507971"/>
          </a:xfrm>
          <a:prstGeom prst="rect">
            <a:avLst/>
          </a:prstGeom>
        </p:spPr>
      </p:pic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3EAD8A6D-0286-40D7-A1AB-68C9D09E3E30}"/>
              </a:ext>
            </a:extLst>
          </p:cNvPr>
          <p:cNvCxnSpPr>
            <a:cxnSpLocks/>
          </p:cNvCxnSpPr>
          <p:nvPr/>
        </p:nvCxnSpPr>
        <p:spPr>
          <a:xfrm flipV="1">
            <a:off x="4279900" y="1539946"/>
            <a:ext cx="3741012" cy="1639932"/>
          </a:xfrm>
          <a:prstGeom prst="bentConnector3">
            <a:avLst>
              <a:gd name="adj1" fmla="val 1062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3F148FE2-54B4-401C-BC2C-CD8A6D61CDB0}"/>
              </a:ext>
            </a:extLst>
          </p:cNvPr>
          <p:cNvCxnSpPr>
            <a:cxnSpLocks/>
            <a:stCxn id="27" idx="0"/>
          </p:cNvCxnSpPr>
          <p:nvPr/>
        </p:nvCxnSpPr>
        <p:spPr>
          <a:xfrm rot="5400000" flipH="1" flipV="1">
            <a:off x="6401643" y="4152788"/>
            <a:ext cx="2391630" cy="903646"/>
          </a:xfrm>
          <a:prstGeom prst="bentConnector3">
            <a:avLst>
              <a:gd name="adj1" fmla="val 12298"/>
            </a:avLst>
          </a:prstGeom>
          <a:ln w="38100">
            <a:solidFill>
              <a:srgbClr val="EA5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7490B0C6-A150-4A37-8871-51F86F80F939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9033568" y="2905724"/>
            <a:ext cx="1455968" cy="523276"/>
          </a:xfrm>
          <a:prstGeom prst="bentConnector3">
            <a:avLst>
              <a:gd name="adj1" fmla="val 35171"/>
            </a:avLst>
          </a:prstGeom>
          <a:ln w="38100">
            <a:solidFill>
              <a:srgbClr val="EA5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C853E2AA-E97E-4242-87FA-7983D265CC5E}"/>
              </a:ext>
            </a:extLst>
          </p:cNvPr>
          <p:cNvCxnSpPr>
            <a:cxnSpLocks/>
          </p:cNvCxnSpPr>
          <p:nvPr/>
        </p:nvCxnSpPr>
        <p:spPr>
          <a:xfrm>
            <a:off x="9016753" y="3219006"/>
            <a:ext cx="1352905" cy="1284967"/>
          </a:xfrm>
          <a:prstGeom prst="bentConnector3">
            <a:avLst>
              <a:gd name="adj1" fmla="val 56571"/>
            </a:avLst>
          </a:prstGeom>
          <a:ln w="381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00AF79E-8AE0-4268-A979-87308FD1CAEF}"/>
              </a:ext>
            </a:extLst>
          </p:cNvPr>
          <p:cNvCxnSpPr>
            <a:cxnSpLocks/>
          </p:cNvCxnSpPr>
          <p:nvPr/>
        </p:nvCxnSpPr>
        <p:spPr>
          <a:xfrm flipV="1">
            <a:off x="8918640" y="3582209"/>
            <a:ext cx="0" cy="1500191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2F9F9EB-FF7D-43ED-9F42-3969690302AC}"/>
              </a:ext>
            </a:extLst>
          </p:cNvPr>
          <p:cNvSpPr/>
          <p:nvPr/>
        </p:nvSpPr>
        <p:spPr>
          <a:xfrm>
            <a:off x="8325658" y="4789075"/>
            <a:ext cx="1346599" cy="772203"/>
          </a:xfrm>
          <a:prstGeom prst="round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Camera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39B1F3-C58A-4B3B-83F0-D5FDF2F825C5}"/>
              </a:ext>
            </a:extLst>
          </p:cNvPr>
          <p:cNvSpPr txBox="1"/>
          <p:nvPr/>
        </p:nvSpPr>
        <p:spPr>
          <a:xfrm>
            <a:off x="8396351" y="2019777"/>
            <a:ext cx="60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2CA7D62-49BC-4DC6-97F9-08B38FF72E75}"/>
              </a:ext>
            </a:extLst>
          </p:cNvPr>
          <p:cNvSpPr/>
          <p:nvPr/>
        </p:nvSpPr>
        <p:spPr>
          <a:xfrm>
            <a:off x="7832336" y="964624"/>
            <a:ext cx="1049289" cy="107485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Power Interface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F71897F-0E3A-4823-B421-232523369117}"/>
              </a:ext>
            </a:extLst>
          </p:cNvPr>
          <p:cNvSpPr/>
          <p:nvPr/>
        </p:nvSpPr>
        <p:spPr>
          <a:xfrm>
            <a:off x="7644499" y="2349545"/>
            <a:ext cx="1424962" cy="123266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dirty="0" err="1"/>
              <a:t>RaspberryPI</a:t>
            </a:r>
            <a:endParaRPr lang="fr-FR" sz="1600" dirty="0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64C6341-8865-4424-9739-46288DA19D7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8356980" y="2039478"/>
            <a:ext cx="1" cy="310067"/>
          </a:xfrm>
          <a:prstGeom prst="line">
            <a:avLst/>
          </a:prstGeom>
          <a:ln w="381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82917B4-4ACE-4131-B84E-FD41C2244FC2}"/>
              </a:ext>
            </a:extLst>
          </p:cNvPr>
          <p:cNvSpPr/>
          <p:nvPr/>
        </p:nvSpPr>
        <p:spPr>
          <a:xfrm>
            <a:off x="10379948" y="4165821"/>
            <a:ext cx="1268466" cy="916579"/>
          </a:xfrm>
          <a:prstGeom prst="round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LCD Display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4B388DF-7D73-4E55-B2E4-D4E975FE403D}"/>
              </a:ext>
            </a:extLst>
          </p:cNvPr>
          <p:cNvSpPr/>
          <p:nvPr/>
        </p:nvSpPr>
        <p:spPr>
          <a:xfrm>
            <a:off x="10489536" y="3138163"/>
            <a:ext cx="1049289" cy="581673"/>
          </a:xfrm>
          <a:prstGeom prst="round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Speaker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18FA07-C99B-4268-ACEA-69EA2656844A}"/>
              </a:ext>
            </a:extLst>
          </p:cNvPr>
          <p:cNvSpPr txBox="1"/>
          <p:nvPr/>
        </p:nvSpPr>
        <p:spPr>
          <a:xfrm>
            <a:off x="9885426" y="4129378"/>
            <a:ext cx="60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I²C</a:t>
            </a:r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F5D0CD2-AEC6-4682-9FD9-4B5AFED58E56}"/>
              </a:ext>
            </a:extLst>
          </p:cNvPr>
          <p:cNvSpPr txBox="1"/>
          <p:nvPr/>
        </p:nvSpPr>
        <p:spPr>
          <a:xfrm>
            <a:off x="8912310" y="4439444"/>
            <a:ext cx="966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UART</a:t>
            </a:r>
            <a:endParaRPr lang="fr-FR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B28AD71-822E-4B60-9F03-07C971FEB24D}"/>
              </a:ext>
            </a:extLst>
          </p:cNvPr>
          <p:cNvSpPr/>
          <p:nvPr/>
        </p:nvSpPr>
        <p:spPr>
          <a:xfrm>
            <a:off x="6433154" y="5800426"/>
            <a:ext cx="1424962" cy="572367"/>
          </a:xfrm>
          <a:prstGeom prst="round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Screen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4454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B.2 Dynamic architecture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16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A.Scenarii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tx1"/>
                </a:solidFill>
              </a:rPr>
              <a:t>B.Architecture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>
                <a:solidFill>
                  <a:schemeClr val="bg1"/>
                </a:solidFill>
              </a:rPr>
              <a:t>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1AA75BDA-DC76-416D-87C5-B393CF10F27A}"/>
              </a:ext>
            </a:extLst>
          </p:cNvPr>
          <p:cNvSpPr/>
          <p:nvPr/>
        </p:nvSpPr>
        <p:spPr>
          <a:xfrm>
            <a:off x="10540686" y="2013061"/>
            <a:ext cx="1049289" cy="581673"/>
          </a:xfrm>
          <a:prstGeom prst="roundRect">
            <a:avLst/>
          </a:prstGeom>
          <a:solidFill>
            <a:srgbClr val="2FA3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Lidar</a:t>
            </a:r>
          </a:p>
        </p:txBody>
      </p:sp>
      <p:cxnSp>
        <p:nvCxnSpPr>
          <p:cNvPr id="68" name="Connecteur : en angle 67">
            <a:extLst>
              <a:ext uri="{FF2B5EF4-FFF2-40B4-BE49-F238E27FC236}">
                <a16:creationId xmlns:a16="http://schemas.microsoft.com/office/drawing/2014/main" id="{5E527079-8174-4A4B-A30F-6A27CD699BD5}"/>
              </a:ext>
            </a:extLst>
          </p:cNvPr>
          <p:cNvCxnSpPr>
            <a:stCxn id="66" idx="1"/>
            <a:endCxn id="18" idx="3"/>
          </p:cNvCxnSpPr>
          <p:nvPr/>
        </p:nvCxnSpPr>
        <p:spPr>
          <a:xfrm rot="10800000">
            <a:off x="8881626" y="1502052"/>
            <a:ext cx="1659061" cy="801847"/>
          </a:xfrm>
          <a:prstGeom prst="bentConnector3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67CB8B35-3E61-41E4-B31E-4FBBE11528A1}"/>
              </a:ext>
            </a:extLst>
          </p:cNvPr>
          <p:cNvSpPr txBox="1"/>
          <p:nvPr/>
        </p:nvSpPr>
        <p:spPr>
          <a:xfrm>
            <a:off x="9779156" y="1912246"/>
            <a:ext cx="966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UART</a:t>
            </a:r>
            <a:endParaRPr lang="fr-FR" dirty="0"/>
          </a:p>
        </p:txBody>
      </p:sp>
      <p:pic>
        <p:nvPicPr>
          <p:cNvPr id="72" name="Image 71">
            <a:extLst>
              <a:ext uri="{FF2B5EF4-FFF2-40B4-BE49-F238E27FC236}">
                <a16:creationId xmlns:a16="http://schemas.microsoft.com/office/drawing/2014/main" id="{B3706F06-B37A-4580-A52D-E0254C33A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03" b="89744" l="1750" r="94550">
                        <a14:foregroundMark x1="10450" y1="49072" x2="11650" y2="58090"/>
                        <a14:foregroundMark x1="91600" y1="62865" x2="91600" y2="62865"/>
                        <a14:foregroundMark x1="94350" y1="47922" x2="94350" y2="47922"/>
                        <a14:foregroundMark x1="94550" y1="40318" x2="94550" y2="40318"/>
                        <a14:foregroundMark x1="65350" y1="48364" x2="65350" y2="48364"/>
                        <a14:foregroundMark x1="52150" y1="52785" x2="52150" y2="52785"/>
                        <a14:foregroundMark x1="41450" y1="55261" x2="41450" y2="55261"/>
                        <a14:foregroundMark x1="26400" y1="34218" x2="66500" y2="34218"/>
                        <a14:foregroundMark x1="17050" y1="42352" x2="17050" y2="42352"/>
                        <a14:foregroundMark x1="19100" y1="46773" x2="19100" y2="46773"/>
                        <a14:foregroundMark x1="6100" y1="52431" x2="6100" y2="52431"/>
                        <a14:foregroundMark x1="5150" y1="58886" x2="5150" y2="58886"/>
                        <a14:foregroundMark x1="3100" y1="59240" x2="3100" y2="59240"/>
                        <a14:foregroundMark x1="20000" y1="55261" x2="20000" y2="55261"/>
                        <a14:foregroundMark x1="2200" y1="43148" x2="2200" y2="43148"/>
                        <a14:foregroundMark x1="1750" y1="48806" x2="1750" y2="48806"/>
                        <a14:foregroundMark x1="16800" y1="58444" x2="16800" y2="58444"/>
                        <a14:foregroundMark x1="13850" y1="46773" x2="13850" y2="46773"/>
                        <a14:foregroundMark x1="15000" y1="40318" x2="15000" y2="40318"/>
                        <a14:foregroundMark x1="16550" y1="60035" x2="16550" y2="60035"/>
                        <a14:foregroundMark x1="6100" y1="50752" x2="6100" y2="50752"/>
                        <a14:foregroundMark x1="4950" y1="41556" x2="4950" y2="41556"/>
                        <a14:foregroundMark x1="51450" y1="60831" x2="51450" y2="60831"/>
                        <a14:foregroundMark x1="46000" y1="48364" x2="46000" y2="48364"/>
                        <a14:foregroundMark x1="27050" y1="47922" x2="27050" y2="47922"/>
                        <a14:foregroundMark x1="27050" y1="56410" x2="27050" y2="56410"/>
                        <a14:foregroundMark x1="28650" y1="60831" x2="28650" y2="60831"/>
                        <a14:foregroundMark x1="59900" y1="55615" x2="59900" y2="55615"/>
                        <a14:foregroundMark x1="66050" y1="57206" x2="66050" y2="57206"/>
                        <a14:foregroundMark x1="69950" y1="59682" x2="69950" y2="59682"/>
                        <a14:foregroundMark x1="82250" y1="56410" x2="82250" y2="56410"/>
                        <a14:foregroundMark x1="84300" y1="54023" x2="84300" y2="54023"/>
                        <a14:foregroundMark x1="78350" y1="49160" x2="78350" y2="49160"/>
                        <a14:foregroundMark x1="79050" y1="49602" x2="79050" y2="49602"/>
                        <a14:foregroundMark x1="85900" y1="43501" x2="85900" y2="43501"/>
                        <a14:foregroundMark x1="89750" y1="52785" x2="89750" y2="52785"/>
                        <a14:foregroundMark x1="89100" y1="45181" x2="89100" y2="45181"/>
                        <a14:foregroundMark x1="79300" y1="45535" x2="79300" y2="45535"/>
                        <a14:foregroundMark x1="70600" y1="47922" x2="70600" y2="47922"/>
                        <a14:foregroundMark x1="70150" y1="41910" x2="70150" y2="41910"/>
                        <a14:foregroundMark x1="70600" y1="51636" x2="70600" y2="51636"/>
                        <a14:foregroundMark x1="56250" y1="54023" x2="56250" y2="54023"/>
                        <a14:foregroundMark x1="54900" y1="42706" x2="54900" y2="42706"/>
                        <a14:foregroundMark x1="60800" y1="46773" x2="60800" y2="46773"/>
                        <a14:foregroundMark x1="40950" y1="57648" x2="40950" y2="57648"/>
                        <a14:foregroundMark x1="41900" y1="59682" x2="41900" y2="59682"/>
                        <a14:backgroundMark x1="58350" y1="41468" x2="58350" y2="41468"/>
                        <a14:backgroundMark x1="49050" y1="41026" x2="49050" y2="410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30" y="5211400"/>
            <a:ext cx="1660307" cy="938904"/>
          </a:xfrm>
          <a:prstGeom prst="rect">
            <a:avLst/>
          </a:prstGeom>
        </p:spPr>
      </p:pic>
      <p:pic>
        <p:nvPicPr>
          <p:cNvPr id="74" name="Image 73">
            <a:extLst>
              <a:ext uri="{FF2B5EF4-FFF2-40B4-BE49-F238E27FC236}">
                <a16:creationId xmlns:a16="http://schemas.microsoft.com/office/drawing/2014/main" id="{3BA6C87C-8256-4052-BEB8-7A04334BD0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528" y="2808383"/>
            <a:ext cx="903642" cy="528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8A50C381-335D-4581-BFA8-85353DA121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35" y="4061086"/>
            <a:ext cx="594625" cy="217976"/>
          </a:xfrm>
          <a:prstGeom prst="rect">
            <a:avLst/>
          </a:prstGeom>
        </p:spPr>
      </p:pic>
      <p:pic>
        <p:nvPicPr>
          <p:cNvPr id="78" name="Image 77">
            <a:extLst>
              <a:ext uri="{FF2B5EF4-FFF2-40B4-BE49-F238E27FC236}">
                <a16:creationId xmlns:a16="http://schemas.microsoft.com/office/drawing/2014/main" id="{FF21DC9C-77F7-45EC-80F6-233693443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092" b="96653" l="3791" r="93365">
                        <a14:foregroundMark x1="82938" y1="95397" x2="82938" y2="95397"/>
                        <a14:foregroundMark x1="5687" y1="90795" x2="5687" y2="90795"/>
                        <a14:foregroundMark x1="90047" y1="96653" x2="90047" y2="96653"/>
                        <a14:foregroundMark x1="52607" y1="8368" x2="52607" y2="8368"/>
                        <a14:foregroundMark x1="93365" y1="95397" x2="93365" y2="95397"/>
                        <a14:foregroundMark x1="47393" y1="2092" x2="47393" y2="20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459" y="5800426"/>
            <a:ext cx="505311" cy="572367"/>
          </a:xfrm>
          <a:prstGeom prst="rect">
            <a:avLst/>
          </a:prstGeom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3593226D-E9D7-46D1-9950-15085CAE28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401" b="94710" l="8500" r="92750">
                        <a14:foregroundMark x1="47583" y1="90050" x2="47583" y2="90050"/>
                        <a14:foregroundMark x1="59583" y1="56927" x2="59583" y2="56927"/>
                        <a14:foregroundMark x1="45917" y1="54534" x2="45917" y2="54534"/>
                        <a14:foregroundMark x1="50917" y1="51763" x2="50917" y2="51763"/>
                        <a14:foregroundMark x1="28167" y1="40428" x2="50417" y2="29975"/>
                        <a14:foregroundMark x1="50417" y1="29975" x2="72667" y2="40806"/>
                        <a14:foregroundMark x1="72667" y1="40806" x2="78667" y2="48992"/>
                        <a14:foregroundMark x1="40250" y1="7809" x2="63417" y2="8564"/>
                        <a14:foregroundMark x1="63417" y1="8564" x2="84500" y2="24937"/>
                        <a14:foregroundMark x1="84500" y1="24937" x2="88750" y2="31612"/>
                        <a14:foregroundMark x1="33833" y1="67254" x2="55250" y2="54912"/>
                        <a14:foregroundMark x1="55250" y1="54912" x2="64000" y2="62343"/>
                        <a14:foregroundMark x1="15583" y1="23174" x2="52500" y2="3526"/>
                        <a14:foregroundMark x1="8500" y1="36272" x2="8500" y2="36272"/>
                        <a14:foregroundMark x1="50000" y1="94836" x2="50000" y2="94836"/>
                        <a14:foregroundMark x1="92750" y1="35139" x2="92750" y2="351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773" y="3674302"/>
            <a:ext cx="496178" cy="328305"/>
          </a:xfrm>
          <a:prstGeom prst="rect">
            <a:avLst/>
          </a:prstGeom>
        </p:spPr>
      </p:pic>
      <p:sp>
        <p:nvSpPr>
          <p:cNvPr id="81" name="ZoneTexte 80">
            <a:extLst>
              <a:ext uri="{FF2B5EF4-FFF2-40B4-BE49-F238E27FC236}">
                <a16:creationId xmlns:a16="http://schemas.microsoft.com/office/drawing/2014/main" id="{A5F777B6-B898-4E6E-9451-2097DEAAB673}"/>
              </a:ext>
            </a:extLst>
          </p:cNvPr>
          <p:cNvSpPr txBox="1"/>
          <p:nvPr/>
        </p:nvSpPr>
        <p:spPr>
          <a:xfrm>
            <a:off x="7963288" y="6273386"/>
            <a:ext cx="655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VLC</a:t>
            </a:r>
          </a:p>
        </p:txBody>
      </p:sp>
      <p:pic>
        <p:nvPicPr>
          <p:cNvPr id="82" name="Image 81">
            <a:extLst>
              <a:ext uri="{FF2B5EF4-FFF2-40B4-BE49-F238E27FC236}">
                <a16:creationId xmlns:a16="http://schemas.microsoft.com/office/drawing/2014/main" id="{1D511737-7D92-48A5-8327-FB7932349A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401" b="94710" l="8500" r="92750">
                        <a14:foregroundMark x1="47583" y1="90050" x2="47583" y2="90050"/>
                        <a14:foregroundMark x1="59583" y1="56927" x2="59583" y2="56927"/>
                        <a14:foregroundMark x1="45917" y1="54534" x2="45917" y2="54534"/>
                        <a14:foregroundMark x1="50917" y1="51763" x2="50917" y2="51763"/>
                        <a14:foregroundMark x1="28167" y1="40428" x2="50417" y2="29975"/>
                        <a14:foregroundMark x1="50417" y1="29975" x2="72667" y2="40806"/>
                        <a14:foregroundMark x1="72667" y1="40806" x2="78667" y2="48992"/>
                        <a14:foregroundMark x1="40250" y1="7809" x2="63417" y2="8564"/>
                        <a14:foregroundMark x1="63417" y1="8564" x2="84500" y2="24937"/>
                        <a14:foregroundMark x1="84500" y1="24937" x2="88750" y2="31612"/>
                        <a14:foregroundMark x1="33833" y1="67254" x2="55250" y2="54912"/>
                        <a14:foregroundMark x1="55250" y1="54912" x2="64000" y2="62343"/>
                        <a14:foregroundMark x1="15583" y1="23174" x2="52500" y2="3526"/>
                        <a14:foregroundMark x1="8500" y1="36272" x2="8500" y2="36272"/>
                        <a14:foregroundMark x1="50000" y1="94836" x2="50000" y2="94836"/>
                        <a14:foregroundMark x1="92750" y1="35139" x2="92750" y2="351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899" y="5407355"/>
            <a:ext cx="496178" cy="328305"/>
          </a:xfrm>
          <a:prstGeom prst="rect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B5B9BA21-3FBF-4BEE-B56F-8BD7BEC6A7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25" y="5504065"/>
            <a:ext cx="594625" cy="217976"/>
          </a:xfrm>
          <a:prstGeom prst="rect">
            <a:avLst/>
          </a:prstGeom>
        </p:spPr>
      </p:pic>
      <p:sp>
        <p:nvSpPr>
          <p:cNvPr id="88" name="ZoneTexte 87">
            <a:extLst>
              <a:ext uri="{FF2B5EF4-FFF2-40B4-BE49-F238E27FC236}">
                <a16:creationId xmlns:a16="http://schemas.microsoft.com/office/drawing/2014/main" id="{66C7226E-D60F-4BA6-886D-98C3B492387A}"/>
              </a:ext>
            </a:extLst>
          </p:cNvPr>
          <p:cNvSpPr txBox="1"/>
          <p:nvPr/>
        </p:nvSpPr>
        <p:spPr>
          <a:xfrm>
            <a:off x="9961980" y="2758893"/>
            <a:ext cx="1315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Analogic</a:t>
            </a:r>
            <a:endParaRPr lang="fr-FR" sz="1600" dirty="0"/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225E6103-53F5-4621-B666-414733D86D16}"/>
              </a:ext>
            </a:extLst>
          </p:cNvPr>
          <p:cNvSpPr txBox="1"/>
          <p:nvPr/>
        </p:nvSpPr>
        <p:spPr>
          <a:xfrm>
            <a:off x="2700059" y="4646847"/>
            <a:ext cx="1315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PWM</a:t>
            </a:r>
          </a:p>
        </p:txBody>
      </p:sp>
    </p:spTree>
    <p:extLst>
      <p:ext uri="{BB962C8B-B14F-4D97-AF65-F5344CB8AC3E}">
        <p14:creationId xmlns:p14="http://schemas.microsoft.com/office/powerpoint/2010/main" val="158275903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 animBg="1"/>
      <p:bldP spid="22" grpId="0" animBg="1"/>
      <p:bldP spid="24" grpId="0" animBg="1"/>
      <p:bldP spid="25" grpId="0"/>
      <p:bldP spid="26" grpId="0"/>
      <p:bldP spid="27" grpId="0" animBg="1"/>
      <p:bldP spid="66" grpId="0" animBg="1"/>
      <p:bldP spid="70" grpId="0"/>
      <p:bldP spid="81" grpId="0"/>
      <p:bldP spid="88" grpId="0"/>
      <p:bldP spid="8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 8" descr="Liste de processus">
            <a:extLst>
              <a:ext uri="{FF2B5EF4-FFF2-40B4-BE49-F238E27FC236}">
                <a16:creationId xmlns:a16="http://schemas.microsoft.com/office/drawing/2014/main" id="{E9D14DA3-55F5-4861-8BA5-61C4CB26D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9121297"/>
              </p:ext>
            </p:extLst>
          </p:nvPr>
        </p:nvGraphicFramePr>
        <p:xfrm>
          <a:off x="211367" y="936913"/>
          <a:ext cx="11724721" cy="538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17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A.Scenarii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>
                <a:solidFill>
                  <a:schemeClr val="tx1"/>
                </a:solidFill>
              </a:rPr>
              <a:t>C.WBS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62A81F3-88A0-4D59-B15F-BD21D519AD34}"/>
              </a:ext>
            </a:extLst>
          </p:cNvPr>
          <p:cNvSpPr txBox="1"/>
          <p:nvPr/>
        </p:nvSpPr>
        <p:spPr>
          <a:xfrm>
            <a:off x="1043987" y="1042645"/>
            <a:ext cx="1625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C.  WBS</a:t>
            </a:r>
          </a:p>
        </p:txBody>
      </p:sp>
    </p:spTree>
    <p:extLst>
      <p:ext uri="{BB962C8B-B14F-4D97-AF65-F5344CB8AC3E}">
        <p14:creationId xmlns:p14="http://schemas.microsoft.com/office/powerpoint/2010/main" val="19414420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3525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D. Validation report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18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A.Scenarii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C. WBS </a:t>
            </a:r>
            <a:r>
              <a:rPr lang="fr-FR" sz="2000" dirty="0" err="1">
                <a:solidFill>
                  <a:schemeClr val="tx1"/>
                </a:solidFill>
              </a:rPr>
              <a:t>D.Validation</a:t>
            </a:r>
            <a:r>
              <a:rPr lang="fr-FR" sz="2000" dirty="0">
                <a:solidFill>
                  <a:schemeClr val="tx1"/>
                </a:solidFill>
              </a:rPr>
              <a:t> report </a:t>
            </a:r>
            <a:r>
              <a:rPr lang="fr-FR" sz="2000" dirty="0" err="1">
                <a:solidFill>
                  <a:schemeClr val="bg1"/>
                </a:solidFill>
              </a:rPr>
              <a:t>E.Improvement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05F0C92-1B74-4C0D-B959-C2631D8F3EA7}"/>
              </a:ext>
            </a:extLst>
          </p:cNvPr>
          <p:cNvGrpSpPr/>
          <p:nvPr/>
        </p:nvGrpSpPr>
        <p:grpSpPr>
          <a:xfrm>
            <a:off x="3034506" y="1530438"/>
            <a:ext cx="6961187" cy="4878387"/>
            <a:chOff x="3034506" y="1530438"/>
            <a:chExt cx="6961187" cy="4878387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F82E020-76D2-4B55-8AC6-7163EFB284AA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/>
            <a:srcRect l="523" t="568" r="275" b="235"/>
            <a:stretch/>
          </p:blipFill>
          <p:spPr>
            <a:xfrm>
              <a:off x="3034506" y="1530438"/>
              <a:ext cx="6961187" cy="4878387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E128FDCC-710A-4328-A067-ABA77FFC861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/>
            <a:srcRect t="13334" b="25833"/>
            <a:stretch/>
          </p:blipFill>
          <p:spPr>
            <a:xfrm>
              <a:off x="5137150" y="4984750"/>
              <a:ext cx="481013" cy="1158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4872322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2921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D. </a:t>
            </a:r>
            <a:r>
              <a:rPr lang="fr-FR" sz="3200" u="sng" dirty="0" err="1">
                <a:latin typeface="Bell MT" panose="02020503060305020303" pitchFamily="18" charset="0"/>
              </a:rPr>
              <a:t>Improvement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781C742-4C6D-4883-9BAA-B7DC6AEB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D564A8-3730-4D25-A1CE-8BC6B952D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57A83BD1-DBEA-4567-98D5-FF50DE97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5148" y="6448301"/>
            <a:ext cx="1099952" cy="374658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19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E8AC3-1A78-4B3A-8E2E-D8C979AB12B0}"/>
              </a:ext>
            </a:extLst>
          </p:cNvPr>
          <p:cNvSpPr/>
          <p:nvPr/>
        </p:nvSpPr>
        <p:spPr>
          <a:xfrm>
            <a:off x="105877" y="187379"/>
            <a:ext cx="11935702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5.Progess of the </a:t>
            </a:r>
            <a:r>
              <a:rPr lang="fr-FR" sz="2000" dirty="0" err="1">
                <a:solidFill>
                  <a:schemeClr val="tx1"/>
                </a:solidFill>
              </a:rPr>
              <a:t>project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A.Scenarii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B.Architecture</a:t>
            </a:r>
            <a:r>
              <a:rPr lang="fr-FR" sz="2000" dirty="0">
                <a:solidFill>
                  <a:schemeClr val="bg1"/>
                </a:solidFill>
              </a:rPr>
              <a:t> C. WBS </a:t>
            </a:r>
            <a:r>
              <a:rPr lang="fr-FR" sz="2000" dirty="0" err="1">
                <a:solidFill>
                  <a:schemeClr val="bg1"/>
                </a:solidFill>
              </a:rPr>
              <a:t>D.Validation</a:t>
            </a:r>
            <a:r>
              <a:rPr lang="fr-FR" sz="2000" dirty="0">
                <a:solidFill>
                  <a:schemeClr val="bg1"/>
                </a:solidFill>
              </a:rPr>
              <a:t> report </a:t>
            </a:r>
            <a:r>
              <a:rPr lang="fr-FR" sz="2000" dirty="0" err="1">
                <a:solidFill>
                  <a:schemeClr val="tx1"/>
                </a:solidFill>
              </a:rPr>
              <a:t>E.Improvement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6AE38751-A942-4194-9FB6-AA601E194E71}"/>
              </a:ext>
            </a:extLst>
          </p:cNvPr>
          <p:cNvSpPr/>
          <p:nvPr/>
        </p:nvSpPr>
        <p:spPr>
          <a:xfrm>
            <a:off x="6590779" y="1357270"/>
            <a:ext cx="1127645" cy="1127645"/>
          </a:xfrm>
          <a:custGeom>
            <a:avLst/>
            <a:gdLst>
              <a:gd name="connsiteX0" fmla="*/ 0 w 1127645"/>
              <a:gd name="connsiteY0" fmla="*/ 0 h 1127645"/>
              <a:gd name="connsiteX1" fmla="*/ 1127645 w 1127645"/>
              <a:gd name="connsiteY1" fmla="*/ 0 h 1127645"/>
              <a:gd name="connsiteX2" fmla="*/ 1127645 w 1127645"/>
              <a:gd name="connsiteY2" fmla="*/ 1127645 h 1127645"/>
              <a:gd name="connsiteX3" fmla="*/ 0 w 1127645"/>
              <a:gd name="connsiteY3" fmla="*/ 1127645 h 1127645"/>
              <a:gd name="connsiteX4" fmla="*/ 0 w 1127645"/>
              <a:gd name="connsiteY4" fmla="*/ 0 h 11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7645" h="1127645">
                <a:moveTo>
                  <a:pt x="0" y="0"/>
                </a:moveTo>
                <a:lnTo>
                  <a:pt x="1127645" y="0"/>
                </a:lnTo>
                <a:lnTo>
                  <a:pt x="1127645" y="1127645"/>
                </a:lnTo>
                <a:lnTo>
                  <a:pt x="0" y="112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 err="1"/>
              <a:t>Remote</a:t>
            </a:r>
            <a:r>
              <a:rPr lang="fr-FR" sz="1800" kern="1200" dirty="0"/>
              <a:t> </a:t>
            </a:r>
            <a:r>
              <a:rPr lang="fr-FR" sz="1800" kern="1200" dirty="0" err="1"/>
              <a:t>button</a:t>
            </a:r>
            <a:endParaRPr lang="fr-FR" sz="1800" kern="1200" dirty="0"/>
          </a:p>
        </p:txBody>
      </p:sp>
      <p:sp>
        <p:nvSpPr>
          <p:cNvPr id="4" name="Flèche : en arc 3">
            <a:extLst>
              <a:ext uri="{FF2B5EF4-FFF2-40B4-BE49-F238E27FC236}">
                <a16:creationId xmlns:a16="http://schemas.microsoft.com/office/drawing/2014/main" id="{0F830F67-1810-4B87-8CC8-132C7174CCFA}"/>
              </a:ext>
            </a:extLst>
          </p:cNvPr>
          <p:cNvSpPr/>
          <p:nvPr/>
        </p:nvSpPr>
        <p:spPr>
          <a:xfrm>
            <a:off x="3949837" y="1318640"/>
            <a:ext cx="4227400" cy="4227400"/>
          </a:xfrm>
          <a:prstGeom prst="circularArrow">
            <a:avLst>
              <a:gd name="adj1" fmla="val 5202"/>
              <a:gd name="adj2" fmla="val 336015"/>
              <a:gd name="adj3" fmla="val 21364243"/>
              <a:gd name="adj4" fmla="val 19779473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D765339D-DAAA-40CB-9ED7-74576BD7ABA6}"/>
              </a:ext>
            </a:extLst>
          </p:cNvPr>
          <p:cNvSpPr/>
          <p:nvPr/>
        </p:nvSpPr>
        <p:spPr>
          <a:xfrm>
            <a:off x="7282675" y="3487028"/>
            <a:ext cx="1127645" cy="1127645"/>
          </a:xfrm>
          <a:custGeom>
            <a:avLst/>
            <a:gdLst>
              <a:gd name="connsiteX0" fmla="*/ 0 w 1127645"/>
              <a:gd name="connsiteY0" fmla="*/ 0 h 1127645"/>
              <a:gd name="connsiteX1" fmla="*/ 1127645 w 1127645"/>
              <a:gd name="connsiteY1" fmla="*/ 0 h 1127645"/>
              <a:gd name="connsiteX2" fmla="*/ 1127645 w 1127645"/>
              <a:gd name="connsiteY2" fmla="*/ 1127645 h 1127645"/>
              <a:gd name="connsiteX3" fmla="*/ 0 w 1127645"/>
              <a:gd name="connsiteY3" fmla="*/ 1127645 h 1127645"/>
              <a:gd name="connsiteX4" fmla="*/ 0 w 1127645"/>
              <a:gd name="connsiteY4" fmla="*/ 0 h 11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7645" h="1127645">
                <a:moveTo>
                  <a:pt x="0" y="0"/>
                </a:moveTo>
                <a:lnTo>
                  <a:pt x="1127645" y="0"/>
                </a:lnTo>
                <a:lnTo>
                  <a:pt x="1127645" y="1127645"/>
                </a:lnTo>
                <a:lnTo>
                  <a:pt x="0" y="112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Scenario 4</a:t>
            </a:r>
          </a:p>
        </p:txBody>
      </p:sp>
      <p:sp>
        <p:nvSpPr>
          <p:cNvPr id="7" name="Flèche : en arc 6">
            <a:extLst>
              <a:ext uri="{FF2B5EF4-FFF2-40B4-BE49-F238E27FC236}">
                <a16:creationId xmlns:a16="http://schemas.microsoft.com/office/drawing/2014/main" id="{17119C2D-E9F0-4E3F-BA69-078AF657EE51}"/>
              </a:ext>
            </a:extLst>
          </p:cNvPr>
          <p:cNvSpPr/>
          <p:nvPr/>
        </p:nvSpPr>
        <p:spPr>
          <a:xfrm>
            <a:off x="3968382" y="1347956"/>
            <a:ext cx="4227400" cy="4227400"/>
          </a:xfrm>
          <a:prstGeom prst="circularArrow">
            <a:avLst>
              <a:gd name="adj1" fmla="val 5202"/>
              <a:gd name="adj2" fmla="val 336015"/>
              <a:gd name="adj3" fmla="val 4014266"/>
              <a:gd name="adj4" fmla="val 2253829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80000"/>
              <a:hueOff val="-107835"/>
              <a:satOff val="-2494"/>
              <a:lumOff val="7085"/>
              <a:alphaOff val="0"/>
            </a:schemeClr>
          </a:fillRef>
          <a:effectRef idx="0">
            <a:schemeClr val="accent5">
              <a:shade val="80000"/>
              <a:hueOff val="-107835"/>
              <a:satOff val="-2494"/>
              <a:lumOff val="7085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1897803-8357-41DB-8400-A193651A79C4}"/>
              </a:ext>
            </a:extLst>
          </p:cNvPr>
          <p:cNvSpPr/>
          <p:nvPr/>
        </p:nvSpPr>
        <p:spPr>
          <a:xfrm>
            <a:off x="5498983" y="4782957"/>
            <a:ext cx="1127645" cy="1127645"/>
          </a:xfrm>
          <a:custGeom>
            <a:avLst/>
            <a:gdLst>
              <a:gd name="connsiteX0" fmla="*/ 0 w 1127645"/>
              <a:gd name="connsiteY0" fmla="*/ 0 h 1127645"/>
              <a:gd name="connsiteX1" fmla="*/ 1127645 w 1127645"/>
              <a:gd name="connsiteY1" fmla="*/ 0 h 1127645"/>
              <a:gd name="connsiteX2" fmla="*/ 1127645 w 1127645"/>
              <a:gd name="connsiteY2" fmla="*/ 1127645 h 1127645"/>
              <a:gd name="connsiteX3" fmla="*/ 0 w 1127645"/>
              <a:gd name="connsiteY3" fmla="*/ 1127645 h 1127645"/>
              <a:gd name="connsiteX4" fmla="*/ 0 w 1127645"/>
              <a:gd name="connsiteY4" fmla="*/ 0 h 11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7645" h="1127645">
                <a:moveTo>
                  <a:pt x="0" y="0"/>
                </a:moveTo>
                <a:lnTo>
                  <a:pt x="1127645" y="0"/>
                </a:lnTo>
                <a:lnTo>
                  <a:pt x="1127645" y="1127645"/>
                </a:lnTo>
                <a:lnTo>
                  <a:pt x="0" y="112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Scenario 5</a:t>
            </a:r>
          </a:p>
        </p:txBody>
      </p:sp>
      <p:sp>
        <p:nvSpPr>
          <p:cNvPr id="9" name="Flèche : en arc 8">
            <a:extLst>
              <a:ext uri="{FF2B5EF4-FFF2-40B4-BE49-F238E27FC236}">
                <a16:creationId xmlns:a16="http://schemas.microsoft.com/office/drawing/2014/main" id="{81F30BDD-C74A-4000-9CAA-085EFBB20379}"/>
              </a:ext>
            </a:extLst>
          </p:cNvPr>
          <p:cNvSpPr/>
          <p:nvPr/>
        </p:nvSpPr>
        <p:spPr>
          <a:xfrm>
            <a:off x="3949105" y="1357594"/>
            <a:ext cx="4227400" cy="4227400"/>
          </a:xfrm>
          <a:prstGeom prst="circularArrow">
            <a:avLst>
              <a:gd name="adj1" fmla="val 5202"/>
              <a:gd name="adj2" fmla="val 336015"/>
              <a:gd name="adj3" fmla="val 8210155"/>
              <a:gd name="adj4" fmla="val 6449719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80000"/>
              <a:hueOff val="-215669"/>
              <a:satOff val="-4988"/>
              <a:lumOff val="14170"/>
              <a:alphaOff val="0"/>
            </a:schemeClr>
          </a:fillRef>
          <a:effectRef idx="0">
            <a:schemeClr val="accent5">
              <a:shade val="80000"/>
              <a:hueOff val="-215669"/>
              <a:satOff val="-4988"/>
              <a:lumOff val="1417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6E03E641-BDD1-4A0E-A639-61D6FA5DE501}"/>
              </a:ext>
            </a:extLst>
          </p:cNvPr>
          <p:cNvSpPr/>
          <p:nvPr/>
        </p:nvSpPr>
        <p:spPr>
          <a:xfrm>
            <a:off x="3254534" y="3487028"/>
            <a:ext cx="2049158" cy="1127645"/>
          </a:xfrm>
          <a:custGeom>
            <a:avLst/>
            <a:gdLst>
              <a:gd name="connsiteX0" fmla="*/ 0 w 2049158"/>
              <a:gd name="connsiteY0" fmla="*/ 0 h 1127645"/>
              <a:gd name="connsiteX1" fmla="*/ 2049158 w 2049158"/>
              <a:gd name="connsiteY1" fmla="*/ 0 h 1127645"/>
              <a:gd name="connsiteX2" fmla="*/ 2049158 w 2049158"/>
              <a:gd name="connsiteY2" fmla="*/ 1127645 h 1127645"/>
              <a:gd name="connsiteX3" fmla="*/ 0 w 2049158"/>
              <a:gd name="connsiteY3" fmla="*/ 1127645 h 1127645"/>
              <a:gd name="connsiteX4" fmla="*/ 0 w 2049158"/>
              <a:gd name="connsiteY4" fmla="*/ 0 h 11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9158" h="1127645">
                <a:moveTo>
                  <a:pt x="0" y="0"/>
                </a:moveTo>
                <a:lnTo>
                  <a:pt x="2049158" y="0"/>
                </a:lnTo>
                <a:lnTo>
                  <a:pt x="2049158" y="1127645"/>
                </a:lnTo>
                <a:lnTo>
                  <a:pt x="0" y="112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400" tIns="25400" rIns="25400" bIns="254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000" kern="1200" dirty="0"/>
              <a:t>Real Time programmation</a:t>
            </a:r>
          </a:p>
        </p:txBody>
      </p:sp>
      <p:sp>
        <p:nvSpPr>
          <p:cNvPr id="22" name="Flèche : en arc 21">
            <a:extLst>
              <a:ext uri="{FF2B5EF4-FFF2-40B4-BE49-F238E27FC236}">
                <a16:creationId xmlns:a16="http://schemas.microsoft.com/office/drawing/2014/main" id="{7507178C-5F7A-466B-9042-B70BD751550C}"/>
              </a:ext>
            </a:extLst>
          </p:cNvPr>
          <p:cNvSpPr/>
          <p:nvPr/>
        </p:nvSpPr>
        <p:spPr>
          <a:xfrm>
            <a:off x="3949105" y="1357594"/>
            <a:ext cx="4227400" cy="4227400"/>
          </a:xfrm>
          <a:prstGeom prst="circularArrow">
            <a:avLst>
              <a:gd name="adj1" fmla="val 5202"/>
              <a:gd name="adj2" fmla="val 336015"/>
              <a:gd name="adj3" fmla="val 12297380"/>
              <a:gd name="adj4" fmla="val 10771160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80000"/>
              <a:hueOff val="-323504"/>
              <a:satOff val="-7483"/>
              <a:lumOff val="21255"/>
              <a:alphaOff val="0"/>
            </a:schemeClr>
          </a:fillRef>
          <a:effectRef idx="0">
            <a:schemeClr val="accent5">
              <a:shade val="80000"/>
              <a:hueOff val="-323504"/>
              <a:satOff val="-7483"/>
              <a:lumOff val="21255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E9155E69-14FC-4F78-8FC6-0043BE12CF01}"/>
              </a:ext>
            </a:extLst>
          </p:cNvPr>
          <p:cNvSpPr/>
          <p:nvPr/>
        </p:nvSpPr>
        <p:spPr>
          <a:xfrm>
            <a:off x="4206180" y="1390172"/>
            <a:ext cx="1508485" cy="1127645"/>
          </a:xfrm>
          <a:custGeom>
            <a:avLst/>
            <a:gdLst>
              <a:gd name="connsiteX0" fmla="*/ 0 w 1508485"/>
              <a:gd name="connsiteY0" fmla="*/ 0 h 1127645"/>
              <a:gd name="connsiteX1" fmla="*/ 1508485 w 1508485"/>
              <a:gd name="connsiteY1" fmla="*/ 0 h 1127645"/>
              <a:gd name="connsiteX2" fmla="*/ 1508485 w 1508485"/>
              <a:gd name="connsiteY2" fmla="*/ 1127645 h 1127645"/>
              <a:gd name="connsiteX3" fmla="*/ 0 w 1508485"/>
              <a:gd name="connsiteY3" fmla="*/ 1127645 h 1127645"/>
              <a:gd name="connsiteX4" fmla="*/ 0 w 1508485"/>
              <a:gd name="connsiteY4" fmla="*/ 0 h 112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8485" h="1127645">
                <a:moveTo>
                  <a:pt x="0" y="0"/>
                </a:moveTo>
                <a:lnTo>
                  <a:pt x="1508485" y="0"/>
                </a:lnTo>
                <a:lnTo>
                  <a:pt x="1508485" y="1127645"/>
                </a:lnTo>
                <a:lnTo>
                  <a:pt x="0" y="11276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22860" rIns="22860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Battery management /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800" kern="1200" dirty="0"/>
              <a:t>LIPO</a:t>
            </a:r>
          </a:p>
        </p:txBody>
      </p:sp>
      <p:sp>
        <p:nvSpPr>
          <p:cNvPr id="24" name="Flèche : en arc 23">
            <a:extLst>
              <a:ext uri="{FF2B5EF4-FFF2-40B4-BE49-F238E27FC236}">
                <a16:creationId xmlns:a16="http://schemas.microsoft.com/office/drawing/2014/main" id="{33EC5F49-5456-49CB-8BDB-2D4E696FEBB7}"/>
              </a:ext>
            </a:extLst>
          </p:cNvPr>
          <p:cNvSpPr/>
          <p:nvPr/>
        </p:nvSpPr>
        <p:spPr>
          <a:xfrm>
            <a:off x="3993672" y="1348615"/>
            <a:ext cx="4227400" cy="4227400"/>
          </a:xfrm>
          <a:prstGeom prst="circularArrow">
            <a:avLst>
              <a:gd name="adj1" fmla="val 5202"/>
              <a:gd name="adj2" fmla="val 336015"/>
              <a:gd name="adj3" fmla="val 16760180"/>
              <a:gd name="adj4" fmla="val 15474806"/>
              <a:gd name="adj5" fmla="val 606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80000"/>
              <a:hueOff val="-431338"/>
              <a:satOff val="-9977"/>
              <a:lumOff val="28340"/>
              <a:alphaOff val="0"/>
            </a:schemeClr>
          </a:fillRef>
          <a:effectRef idx="0">
            <a:schemeClr val="accent5">
              <a:shade val="80000"/>
              <a:hueOff val="-431338"/>
              <a:satOff val="-9977"/>
              <a:lumOff val="2834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F58D52A-4E52-45A8-90A3-7A30BF7DEE80}"/>
              </a:ext>
            </a:extLst>
          </p:cNvPr>
          <p:cNvSpPr txBox="1"/>
          <p:nvPr/>
        </p:nvSpPr>
        <p:spPr>
          <a:xfrm>
            <a:off x="4892868" y="3192442"/>
            <a:ext cx="240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IMPROVEMENT</a:t>
            </a:r>
            <a:endParaRPr lang="fr-FR" sz="32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FE97648-2B1F-46D3-BDD5-4AD7DBD576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176" y="3988667"/>
            <a:ext cx="1142656" cy="114265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7E8AA0-52EA-4180-80A5-5A32D9D988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615" b="84462" l="6300" r="84200">
                        <a14:foregroundMark x1="6300" y1="47923" x2="39500" y2="19154"/>
                        <a14:foregroundMark x1="39500" y1="19154" x2="45600" y2="58615"/>
                        <a14:foregroundMark x1="45600" y1="58615" x2="51500" y2="25615"/>
                        <a14:foregroundMark x1="84200" y1="41846" x2="84200" y2="41846"/>
                        <a14:foregroundMark x1="78300" y1="36385" x2="77600" y2="36923"/>
                        <a14:foregroundMark x1="65100" y1="38000" x2="65100" y2="38000"/>
                        <a14:foregroundMark x1="46300" y1="60154" x2="46300" y2="60154"/>
                        <a14:foregroundMark x1="43600" y1="69231" x2="43600" y2="69231"/>
                        <a14:foregroundMark x1="24100" y1="58077" x2="24100" y2="58077"/>
                        <a14:foregroundMark x1="16900" y1="53385" x2="16900" y2="53385"/>
                        <a14:foregroundMark x1="12700" y1="35000" x2="12700" y2="35000"/>
                        <a14:foregroundMark x1="14600" y1="46154" x2="14600" y2="46154"/>
                        <a14:foregroundMark x1="12300" y1="45615" x2="22200" y2="56077"/>
                        <a14:foregroundMark x1="27800" y1="45000" x2="27800" y2="45000"/>
                        <a14:foregroundMark x1="25500" y1="40692" x2="25500" y2="40692"/>
                        <a14:foregroundMark x1="28400" y1="21385" x2="28400" y2="21385"/>
                        <a14:foregroundMark x1="29100" y1="14154" x2="29100" y2="14154"/>
                        <a14:foregroundMark x1="57300" y1="14538" x2="57300" y2="14538"/>
                        <a14:foregroundMark x1="44600" y1="11615" x2="44600" y2="11615"/>
                        <a14:foregroundMark x1="27600" y1="21692" x2="24000" y2="22923"/>
                        <a14:foregroundMark x1="62100" y1="20231" x2="75300" y2="30000"/>
                        <a14:foregroundMark x1="75300" y1="36385" x2="76500" y2="46692"/>
                        <a14:foregroundMark x1="63600" y1="44154" x2="60900" y2="51231"/>
                        <a14:foregroundMark x1="55700" y1="42385" x2="55700" y2="42385"/>
                        <a14:foregroundMark x1="64400" y1="37923" x2="64400" y2="37923"/>
                        <a14:foregroundMark x1="63900" y1="38385" x2="65600" y2="45308"/>
                        <a14:foregroundMark x1="77900" y1="52000" x2="77900" y2="52000"/>
                        <a14:foregroundMark x1="71800" y1="58615" x2="73700" y2="52154"/>
                        <a14:foregroundMark x1="43400" y1="66692" x2="43400" y2="66692"/>
                        <a14:foregroundMark x1="21800" y1="57692" x2="21800" y2="57692"/>
                        <a14:foregroundMark x1="23800" y1="48692" x2="28800" y2="34000"/>
                        <a14:foregroundMark x1="10400" y1="34000" x2="10400" y2="34000"/>
                        <a14:foregroundMark x1="14700" y1="33231" x2="15700" y2="34846"/>
                        <a14:foregroundMark x1="26900" y1="53231" x2="26900" y2="53231"/>
                        <a14:foregroundMark x1="28300" y1="50231" x2="31200" y2="54538"/>
                        <a14:foregroundMark x1="33500" y1="29154" x2="33500" y2="29154"/>
                        <a14:foregroundMark x1="58000" y1="28769" x2="58000" y2="28769"/>
                        <a14:foregroundMark x1="56000" y1="27231" x2="56800" y2="28615"/>
                        <a14:foregroundMark x1="32900" y1="28154" x2="38800" y2="30154"/>
                        <a14:foregroundMark x1="43000" y1="59462" x2="51700" y2="57077"/>
                        <a14:foregroundMark x1="42000" y1="67000" x2="42000" y2="67000"/>
                        <a14:foregroundMark x1="41300" y1="66462" x2="42300" y2="66692"/>
                        <a14:foregroundMark x1="48600" y1="68538" x2="48600" y2="68538"/>
                        <a14:foregroundMark x1="50500" y1="67769" x2="50500" y2="67769"/>
                        <a14:foregroundMark x1="36300" y1="67231" x2="48600" y2="6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6" t="9365" r="10326" b="7107"/>
          <a:stretch/>
        </p:blipFill>
        <p:spPr>
          <a:xfrm>
            <a:off x="5610573" y="5508290"/>
            <a:ext cx="843662" cy="1044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4914AC4-AA4F-44C5-BDC9-65847499D7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834" y="1530438"/>
            <a:ext cx="740375" cy="74037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DBAF28B-8097-440A-97A8-09731BD14E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924" y="1670747"/>
            <a:ext cx="896522" cy="89652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FEACA8F-EDE5-4884-B651-5914E922FDE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2889" b="92000" l="9778" r="94667">
                        <a14:foregroundMark x1="55556" y1="13333" x2="55556" y2="13333"/>
                        <a14:foregroundMark x1="88000" y1="68889" x2="88000" y2="68889"/>
                        <a14:foregroundMark x1="53333" y1="52889" x2="53333" y2="52889"/>
                        <a14:foregroundMark x1="90667" y1="50667" x2="90667" y2="50667"/>
                        <a14:foregroundMark x1="94667" y1="52000" x2="94667" y2="52000"/>
                        <a14:foregroundMark x1="62222" y1="92000" x2="62222" y2="92000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07"/>
          <a:stretch/>
        </p:blipFill>
        <p:spPr>
          <a:xfrm>
            <a:off x="2571377" y="3604101"/>
            <a:ext cx="820034" cy="769131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1410360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21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elanie\Desktop\question-avant-evenemen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87" b="89970" l="10000" r="90000">
                        <a14:foregroundMark x1="42424" y1="6687" x2="42424" y2="6687"/>
                        <a14:foregroundMark x1="39394" y1="75988" x2="39394" y2="75988"/>
                        <a14:foregroundMark x1="36364" y1="61398" x2="36364" y2="61398"/>
                        <a14:foregroundMark x1="38485" y1="62614" x2="38485" y2="62614"/>
                        <a14:foregroundMark x1="25152" y1="26444" x2="25152" y2="26444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000500" y="1339850"/>
            <a:ext cx="4191000" cy="417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3753852" y="904771"/>
            <a:ext cx="4918510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fr-FR" sz="36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Thank</a:t>
            </a:r>
            <a:r>
              <a:rPr lang="fr-FR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fr-FR" sz="36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you</a:t>
            </a:r>
            <a:r>
              <a:rPr lang="fr-FR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for </a:t>
            </a:r>
            <a:r>
              <a:rPr lang="fr-FR" sz="36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your</a:t>
            </a:r>
            <a:r>
              <a:rPr lang="fr-FR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fr-FR" sz="36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listenning</a:t>
            </a:r>
            <a:endParaRPr lang="fr-FR" sz="36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A10471-1CD8-4EC5-BBDA-2A2494592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52" y="5650104"/>
            <a:ext cx="2445523" cy="11038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B7AE6F8-B059-4DD2-8397-AA54C680AB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629" y="5183215"/>
            <a:ext cx="1528785" cy="1528785"/>
          </a:xfrm>
          <a:prstGeom prst="rect">
            <a:avLst/>
          </a:prstGeom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8DFC4A86-8B79-4680-91C7-6D9C4A03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2021" y="6472053"/>
            <a:ext cx="1183079" cy="315281"/>
          </a:xfrm>
        </p:spPr>
        <p:txBody>
          <a:bodyPr/>
          <a:lstStyle/>
          <a:p>
            <a:fld id="{E31375A4-56A4-47D6-9801-1991572033F7}" type="slidenum">
              <a:rPr lang="fr-FR" sz="2400" b="1" smtClean="0">
                <a:solidFill>
                  <a:schemeClr val="bg1"/>
                </a:solidFill>
              </a:rPr>
              <a:pPr/>
              <a:t>20</a:t>
            </a:fld>
            <a:r>
              <a:rPr lang="fr-FR" sz="2400" b="1" dirty="0">
                <a:solidFill>
                  <a:schemeClr val="bg1"/>
                </a:solidFill>
              </a:rPr>
              <a:t>/20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44417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3108</TotalTime>
  <Words>1153</Words>
  <Application>Microsoft Office PowerPoint</Application>
  <PresentationFormat>Grand écran</PresentationFormat>
  <Paragraphs>339</Paragraphs>
  <Slides>20</Slides>
  <Notes>20</Notes>
  <HiddenSlides>0</HiddenSlides>
  <MMClips>2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20</vt:i4>
      </vt:variant>
    </vt:vector>
  </HeadingPairs>
  <TitlesOfParts>
    <vt:vector size="30" baseType="lpstr">
      <vt:lpstr>Arial</vt:lpstr>
      <vt:lpstr>Bell MT</vt:lpstr>
      <vt:lpstr>Calibri</vt:lpstr>
      <vt:lpstr>Calibri Light</vt:lpstr>
      <vt:lpstr>Tw Cen MT</vt:lpstr>
      <vt:lpstr>Wingdings</vt:lpstr>
      <vt:lpstr>Wingdings 2</vt:lpstr>
      <vt:lpstr>HDOfficeLightV0</vt:lpstr>
      <vt:lpstr>1_HDOfficeLightV0</vt:lpstr>
      <vt:lpstr>Ronds dans l’eau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Mine</dc:creator>
  <cp:lastModifiedBy>Nicolas COURT</cp:lastModifiedBy>
  <cp:revision>355</cp:revision>
  <dcterms:created xsi:type="dcterms:W3CDTF">2018-05-07T08:16:39Z</dcterms:created>
  <dcterms:modified xsi:type="dcterms:W3CDTF">2019-03-08T07:35:53Z</dcterms:modified>
</cp:coreProperties>
</file>