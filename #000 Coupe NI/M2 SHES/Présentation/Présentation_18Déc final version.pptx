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0" r:id="rId6"/>
    <p:sldId id="265" r:id="rId7"/>
    <p:sldId id="266" r:id="rId8"/>
    <p:sldId id="276" r:id="rId9"/>
    <p:sldId id="278" r:id="rId10"/>
    <p:sldId id="273" r:id="rId11"/>
    <p:sldId id="269" r:id="rId12"/>
    <p:sldId id="272" r:id="rId13"/>
    <p:sldId id="274" r:id="rId14"/>
    <p:sldId id="277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0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516A4DDC-76BD-494E-B503-625555CCBC4A}">
      <dgm:prSet phldrT="[Text]"/>
      <dgm:spPr>
        <a:solidFill>
          <a:schemeClr val="accent2"/>
        </a:solidFill>
      </dgm:spPr>
      <dgm:t>
        <a:bodyPr rtlCol="0"/>
        <a:lstStyle/>
        <a:p>
          <a:pPr rtl="0"/>
          <a:r>
            <a:rPr lang="en-US" b="0" i="0"/>
            <a:t>Getting started with the existing robot</a:t>
          </a:r>
          <a:endParaRPr lang="fr-FR" noProof="0"/>
        </a:p>
      </dgm:t>
    </dgm:pt>
    <dgm:pt modelId="{133DE2D2-6278-469E-8A80-F71EA996A07A}" type="par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AE4D7DCA-0B66-4207-B896-C721B2CB4C13}" type="sib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5CBEC7DD-A25D-4956-9A65-6EA385F6FCB5}">
      <dgm:prSet phldrT="[Text]"/>
      <dgm:spPr/>
      <dgm:t>
        <a:bodyPr rtlCol="0"/>
        <a:lstStyle/>
        <a:p>
          <a:pPr rtl="0"/>
          <a:r>
            <a:rPr lang="en-US"/>
            <a:t>Balls into the buckets</a:t>
          </a:r>
          <a:endParaRPr lang="fr-FR" noProof="0"/>
        </a:p>
      </dgm:t>
    </dgm:pt>
    <dgm:pt modelId="{F342D04F-4D11-41CC-AB66-36041A902B44}" type="par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BD0F67B1-39E4-45ED-9534-FB8F89E8EEF6}" type="sib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33BF0E2A-2B00-40A5-832E-FC800DCA5982}">
      <dgm:prSet phldrT="[Text]"/>
      <dgm:spPr/>
      <dgm:t>
        <a:bodyPr rtlCol="0"/>
        <a:lstStyle/>
        <a:p>
          <a:pPr rtl="0"/>
          <a:r>
            <a:rPr lang="en-US"/>
            <a:t>Color balls sorter</a:t>
          </a:r>
          <a:endParaRPr lang="fr-FR" noProof="0"/>
        </a:p>
      </dgm:t>
    </dgm:pt>
    <dgm:pt modelId="{F8C31ED9-A2C0-4A09-A419-0AE9A44BB8DF}" type="par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E373698D-1356-47A7-A591-B72BFE77C3D1}" type="sib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F7CED298-1605-4B60-9FC8-0A4C25C5AA00}">
      <dgm:prSet phldrT="[Text]"/>
      <dgm:spPr/>
      <dgm:t>
        <a:bodyPr rtlCol="0"/>
        <a:lstStyle/>
        <a:p>
          <a:pPr rtl="0"/>
          <a:r>
            <a:rPr lang="fr-FR" noProof="0"/>
            <a:t>C++ exploration</a:t>
          </a:r>
        </a:p>
      </dgm:t>
    </dgm:pt>
    <dgm:pt modelId="{618E2D9E-4CAE-48D5-9A0F-94DAE74A2D69}" type="par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1009FF03-5F93-449C-AF20-55447EEE50AB}" type="sib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CAE20587-4D50-4B6B-A17D-199722D630E2}">
      <dgm:prSet phldrT="[Text]"/>
      <dgm:spPr/>
      <dgm:t>
        <a:bodyPr rtlCol="0"/>
        <a:lstStyle/>
        <a:p>
          <a:pPr rtl="0"/>
          <a:r>
            <a:rPr lang="en-US"/>
            <a:t>PWM Start-Up</a:t>
          </a:r>
          <a:endParaRPr lang="fr-FR" noProof="0"/>
        </a:p>
      </dgm:t>
    </dgm:pt>
    <dgm:pt modelId="{6CEBC692-6F9A-47B4-948E-5AEB8FCFD251}" type="parTrans" cxnId="{D22C632F-8F8B-48FF-A898-48FD446A5F78}">
      <dgm:prSet/>
      <dgm:spPr/>
      <dgm:t>
        <a:bodyPr rtlCol="0"/>
        <a:lstStyle/>
        <a:p>
          <a:pPr rtl="0"/>
          <a:endParaRPr lang="en-US"/>
        </a:p>
      </dgm:t>
    </dgm:pt>
    <dgm:pt modelId="{7656320D-CC13-4DD7-8A30-F9FDC84AC6F2}" type="sibTrans" cxnId="{D22C632F-8F8B-48FF-A898-48FD446A5F78}">
      <dgm:prSet/>
      <dgm:spPr/>
      <dgm:t>
        <a:bodyPr rtlCol="0"/>
        <a:lstStyle/>
        <a:p>
          <a:pPr rtl="0"/>
          <a:endParaRPr lang="en-US"/>
        </a:p>
      </dgm:t>
    </dgm:pt>
    <dgm:pt modelId="{EA587102-578B-46F3-8D9E-CEC48527A898}">
      <dgm:prSet phldrT="[Text]"/>
      <dgm:spPr/>
      <dgm:t>
        <a:bodyPr rtlCol="0"/>
        <a:lstStyle/>
        <a:p>
          <a:pPr rtl="0"/>
          <a:r>
            <a:rPr lang="fr-FR" noProof="0"/>
            <a:t>Modules integration on the robot</a:t>
          </a:r>
        </a:p>
      </dgm:t>
    </dgm:pt>
    <dgm:pt modelId="{5B4D99EA-4A7D-4EFB-95FC-BCCF98693CA7}" type="parTrans" cxnId="{A7B8947C-EA6E-47DE-814B-A0994EFA8C28}">
      <dgm:prSet/>
      <dgm:spPr/>
      <dgm:t>
        <a:bodyPr rtlCol="0"/>
        <a:lstStyle/>
        <a:p>
          <a:pPr rtl="0"/>
          <a:endParaRPr lang="en-US"/>
        </a:p>
      </dgm:t>
    </dgm:pt>
    <dgm:pt modelId="{8D504E2C-8A70-4591-8ECD-4A886FADED33}" type="sibTrans" cxnId="{A7B8947C-EA6E-47DE-814B-A0994EFA8C28}">
      <dgm:prSet/>
      <dgm:spPr/>
      <dgm:t>
        <a:bodyPr rtlCol="0"/>
        <a:lstStyle/>
        <a:p>
          <a:pPr rtl="0"/>
          <a:endParaRPr lang="en-US"/>
        </a:p>
      </dgm:t>
    </dgm:pt>
    <dgm:pt modelId="{038F6A6A-232A-44A4-9628-ADFA8F068F81}">
      <dgm:prSet phldrT="[Text]"/>
      <dgm:spPr/>
      <dgm:t>
        <a:bodyPr rtlCol="0"/>
        <a:lstStyle/>
        <a:p>
          <a:pPr rtl="0"/>
          <a:r>
            <a:rPr lang="fr-FR" baseline="0" noProof="0"/>
            <a:t>Adjustment of parts</a:t>
          </a:r>
          <a:br>
            <a:rPr lang="fr-FR" baseline="0" noProof="0"/>
          </a:br>
          <a:r>
            <a:rPr lang="fr-FR" baseline="0" noProof="0"/>
            <a:t>(weight, dimension…)</a:t>
          </a:r>
          <a:endParaRPr lang="fr-FR" noProof="0"/>
        </a:p>
      </dgm:t>
    </dgm:pt>
    <dgm:pt modelId="{403B4542-B2F8-496D-BBEA-3A684B1106F9}" type="par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ABE7D012-6867-48DA-AF76-FDB8ECBB944D}" type="sib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15982A38-A73B-4943-B138-EA0EAB77BC29}">
      <dgm:prSet phldrT="[Text]"/>
      <dgm:spPr/>
      <dgm:t>
        <a:bodyPr rtlCol="0"/>
        <a:lstStyle/>
        <a:p>
          <a:pPr rtl="0"/>
          <a:r>
            <a:rPr lang="fr-FR" noProof="0"/>
            <a:t>Handover of codes </a:t>
          </a:r>
          <a:br>
            <a:rPr lang="fr-FR" noProof="0"/>
          </a:br>
          <a:r>
            <a:rPr lang="fr-FR" noProof="0"/>
            <a:t>to M2</a:t>
          </a:r>
        </a:p>
      </dgm:t>
    </dgm:pt>
    <dgm:pt modelId="{7CBA4BA7-B8C9-4EC9-9C51-4E810224FE14}" type="parTrans" cxnId="{B767AB03-F7F7-492B-8158-C75E1682A10F}">
      <dgm:prSet/>
      <dgm:spPr/>
      <dgm:t>
        <a:bodyPr rtlCol="0"/>
        <a:lstStyle/>
        <a:p>
          <a:pPr rtl="0"/>
          <a:endParaRPr lang="en-US"/>
        </a:p>
      </dgm:t>
    </dgm:pt>
    <dgm:pt modelId="{9295158E-0763-4655-AD0E-61686A560F58}" type="sibTrans" cxnId="{B767AB03-F7F7-492B-8158-C75E1682A10F}">
      <dgm:prSet/>
      <dgm:spPr/>
      <dgm:t>
        <a:bodyPr rtlCol="0"/>
        <a:lstStyle/>
        <a:p>
          <a:pPr rtl="0"/>
          <a:endParaRPr lang="en-US"/>
        </a:p>
      </dgm:t>
    </dgm:pt>
    <dgm:pt modelId="{5CA89521-836B-470D-B51C-F8A4714D4EFF}">
      <dgm:prSet phldrT="[Text]"/>
      <dgm:spPr/>
      <dgm:t>
        <a:bodyPr rtlCol="0"/>
        <a:lstStyle/>
        <a:p>
          <a:pPr rtl="0"/>
          <a:r>
            <a:rPr lang="fr-FR" noProof="0"/>
            <a:t>Entering to the</a:t>
          </a:r>
          <a:br>
            <a:rPr lang="fr-FR" noProof="0"/>
          </a:br>
          <a:r>
            <a:rPr lang="fr-FR" noProof="0"/>
            <a:t> 2018 contest</a:t>
          </a:r>
        </a:p>
      </dgm:t>
    </dgm:pt>
    <dgm:pt modelId="{D7F37AAF-020D-463D-9735-A1336884A6AE}" type="parTrans" cxnId="{6D853954-67EB-442C-9F5A-866B9247A562}">
      <dgm:prSet/>
      <dgm:spPr/>
      <dgm:t>
        <a:bodyPr rtlCol="0"/>
        <a:lstStyle/>
        <a:p>
          <a:pPr rtl="0"/>
          <a:endParaRPr lang="en-US"/>
        </a:p>
      </dgm:t>
    </dgm:pt>
    <dgm:pt modelId="{C27250CA-FF59-4A03-8472-477331DB98EB}" type="sibTrans" cxnId="{6D853954-67EB-442C-9F5A-866B9247A562}">
      <dgm:prSet/>
      <dgm:spPr/>
      <dgm:t>
        <a:bodyPr rtlCol="0"/>
        <a:lstStyle/>
        <a:p>
          <a:pPr rtl="0"/>
          <a:endParaRPr lang="en-US"/>
        </a:p>
      </dgm:t>
    </dgm:pt>
    <dgm:pt modelId="{63746B76-9534-4F4F-B65B-B8A9AACC03F9}">
      <dgm:prSet phldrT="[Text]"/>
      <dgm:spPr/>
      <dgm:t>
        <a:bodyPr rtlCol="0"/>
        <a:lstStyle/>
        <a:p>
          <a:pPr rtl="0"/>
          <a:r>
            <a:rPr lang="fr-FR" noProof="0"/>
            <a:t>Waiting for the rules 2018</a:t>
          </a:r>
        </a:p>
      </dgm:t>
    </dgm:pt>
    <dgm:pt modelId="{525F31A2-90BB-4E18-B1F5-10D38B8099D9}" type="parTrans" cxnId="{36634D94-C210-4DDC-A75A-FBCAAFC75039}">
      <dgm:prSet/>
      <dgm:spPr/>
      <dgm:t>
        <a:bodyPr rtlCol="0"/>
        <a:lstStyle/>
        <a:p>
          <a:pPr rtl="0"/>
          <a:endParaRPr lang="en-US"/>
        </a:p>
      </dgm:t>
    </dgm:pt>
    <dgm:pt modelId="{A9C1E709-4F9E-4AAB-BB7C-51A08921302E}" type="sibTrans" cxnId="{36634D94-C210-4DDC-A75A-FBCAAFC75039}">
      <dgm:prSet/>
      <dgm:spPr/>
      <dgm:t>
        <a:bodyPr rtlCol="0"/>
        <a:lstStyle/>
        <a:p>
          <a:pPr rtl="0"/>
          <a:endParaRPr lang="en-US"/>
        </a:p>
      </dgm:t>
    </dgm:pt>
    <dgm:pt modelId="{41E3B52E-71B8-4BD0-B1ED-D051FFB12506}">
      <dgm:prSet phldrT="[Text]"/>
      <dgm:spPr/>
      <dgm:t>
        <a:bodyPr rtlCol="0"/>
        <a:lstStyle/>
        <a:p>
          <a:pPr rtl="0"/>
          <a:r>
            <a:rPr lang="fr-FR" noProof="0"/>
            <a:t>Making of modules </a:t>
          </a:r>
          <a:br>
            <a:rPr lang="fr-FR" noProof="0"/>
          </a:br>
          <a:r>
            <a:rPr lang="fr-FR" noProof="0"/>
            <a:t>&amp; code</a:t>
          </a:r>
        </a:p>
      </dgm:t>
    </dgm:pt>
    <dgm:pt modelId="{2436D701-8B79-4C2B-92A4-52BC1BA24775}" type="sibTrans" cxnId="{0F0D3551-AF94-422C-87FE-80E4E27CB025}">
      <dgm:prSet/>
      <dgm:spPr/>
      <dgm:t>
        <a:bodyPr rtlCol="0"/>
        <a:lstStyle/>
        <a:p>
          <a:pPr rtl="0"/>
          <a:endParaRPr lang="en-US"/>
        </a:p>
      </dgm:t>
    </dgm:pt>
    <dgm:pt modelId="{DA206B73-34B1-48E4-A513-9978853BF217}" type="parTrans" cxnId="{0F0D3551-AF94-422C-87FE-80E4E27CB025}">
      <dgm:prSet/>
      <dgm:spPr/>
      <dgm:t>
        <a:bodyPr rtlCol="0"/>
        <a:lstStyle/>
        <a:p>
          <a:pPr rtl="0"/>
          <a:endParaRPr lang="en-US"/>
        </a:p>
      </dgm:t>
    </dgm:pt>
    <dgm:pt modelId="{CF1C6313-4564-47A5-B9C0-92FA7E595ECA}">
      <dgm:prSet phldrT="[Text]"/>
      <dgm:spPr/>
      <dgm:t>
        <a:bodyPr rtlCol="0"/>
        <a:lstStyle/>
        <a:p>
          <a:pPr rtl="0"/>
          <a:r>
            <a:rPr lang="fr-FR" noProof="0"/>
            <a:t>Entering to the</a:t>
          </a:r>
          <a:br>
            <a:rPr lang="fr-FR" noProof="0"/>
          </a:br>
          <a:r>
            <a:rPr lang="fr-FR" noProof="0"/>
            <a:t> 2017 contest</a:t>
          </a:r>
        </a:p>
      </dgm:t>
    </dgm:pt>
    <dgm:pt modelId="{820232E2-4B6C-4C36-8218-BC4137C7A74B}" type="parTrans" cxnId="{EE353A53-3E39-460D-9CF4-CB0F5F19B2E6}">
      <dgm:prSet/>
      <dgm:spPr/>
      <dgm:t>
        <a:bodyPr/>
        <a:lstStyle/>
        <a:p>
          <a:endParaRPr lang="fr-FR"/>
        </a:p>
      </dgm:t>
    </dgm:pt>
    <dgm:pt modelId="{45530CC9-58B9-45F1-B167-C396CCA16C2C}" type="sibTrans" cxnId="{EE353A53-3E39-460D-9CF4-CB0F5F19B2E6}">
      <dgm:prSet/>
      <dgm:spPr/>
      <dgm:t>
        <a:bodyPr/>
        <a:lstStyle/>
        <a:p>
          <a:endParaRPr lang="fr-FR"/>
        </a:p>
      </dgm:t>
    </dgm:pt>
    <dgm:pt modelId="{DB9D8C6F-0C33-47DD-B87A-68A140841C32}">
      <dgm:prSet phldrT="[Text]"/>
      <dgm:spPr/>
      <dgm:t>
        <a:bodyPr rtlCol="0"/>
        <a:lstStyle/>
        <a:p>
          <a:pPr rtl="0"/>
          <a:r>
            <a:rPr lang="fr-FR" noProof="0"/>
            <a:t>Travel to Paris</a:t>
          </a:r>
        </a:p>
      </dgm:t>
    </dgm:pt>
    <dgm:pt modelId="{668F5E6A-3318-4BA1-B5A8-ACE894B5D86D}" type="parTrans" cxnId="{8577703E-6F48-497A-998D-C362C877F640}">
      <dgm:prSet/>
      <dgm:spPr/>
      <dgm:t>
        <a:bodyPr/>
        <a:lstStyle/>
        <a:p>
          <a:endParaRPr lang="fr-FR"/>
        </a:p>
      </dgm:t>
    </dgm:pt>
    <dgm:pt modelId="{CC73E0A5-57B9-49B2-9AD4-7235D4133A4A}" type="sibTrans" cxnId="{8577703E-6F48-497A-998D-C362C877F640}">
      <dgm:prSet/>
      <dgm:spPr/>
      <dgm:t>
        <a:bodyPr/>
        <a:lstStyle/>
        <a:p>
          <a:endParaRPr lang="fr-FR"/>
        </a:p>
      </dgm:t>
    </dgm:pt>
    <dgm:pt modelId="{5B2EA1EB-B121-487A-9262-316B86266340}">
      <dgm:prSet phldrT="[Text]"/>
      <dgm:spPr/>
      <dgm:t>
        <a:bodyPr rtlCol="0"/>
        <a:lstStyle/>
        <a:p>
          <a:pPr rtl="0"/>
          <a:r>
            <a:rPr lang="en-US" b="0" i="0"/>
            <a:t>Observation of the participants and the course of the day</a:t>
          </a:r>
        </a:p>
      </dgm:t>
    </dgm:pt>
    <dgm:pt modelId="{042E03DF-BB6C-4620-B98F-2A8E9E31066E}" type="parTrans" cxnId="{9C6DDB4D-44C6-4B40-87CB-3F77B752A432}">
      <dgm:prSet/>
      <dgm:spPr/>
      <dgm:t>
        <a:bodyPr/>
        <a:lstStyle/>
        <a:p>
          <a:endParaRPr lang="fr-FR"/>
        </a:p>
      </dgm:t>
    </dgm:pt>
    <dgm:pt modelId="{0544A78E-F016-440B-897E-E9E1C96F4293}" type="sibTrans" cxnId="{9C6DDB4D-44C6-4B40-87CB-3F77B752A432}">
      <dgm:prSet/>
      <dgm:spPr/>
      <dgm:t>
        <a:bodyPr/>
        <a:lstStyle/>
        <a:p>
          <a:endParaRPr lang="fr-FR"/>
        </a:p>
      </dgm:t>
    </dgm:pt>
    <dgm:pt modelId="{5820AFBD-2371-48FC-8CB8-FCB8C54600B5}">
      <dgm:prSet phldrT="[Text]"/>
      <dgm:spPr/>
      <dgm:t>
        <a:bodyPr rtlCol="0"/>
        <a:lstStyle/>
        <a:p>
          <a:pPr rtl="0"/>
          <a:r>
            <a:rPr lang="en-US"/>
            <a:t>Making of closing of flaps</a:t>
          </a:r>
          <a:endParaRPr lang="fr-FR" noProof="0"/>
        </a:p>
      </dgm:t>
    </dgm:pt>
    <dgm:pt modelId="{3F578A0C-62A1-48F8-B0F2-A11965E7B728}" type="parTrans" cxnId="{2A88A951-0F75-414B-B532-91B493174865}">
      <dgm:prSet/>
      <dgm:spPr/>
      <dgm:t>
        <a:bodyPr/>
        <a:lstStyle/>
        <a:p>
          <a:endParaRPr lang="fr-FR"/>
        </a:p>
      </dgm:t>
    </dgm:pt>
    <dgm:pt modelId="{60943562-8187-47AF-8240-985A43A0E8E8}" type="sibTrans" cxnId="{2A88A951-0F75-414B-B532-91B493174865}">
      <dgm:prSet/>
      <dgm:spPr/>
      <dgm:t>
        <a:bodyPr/>
        <a:lstStyle/>
        <a:p>
          <a:endParaRPr lang="fr-FR"/>
        </a:p>
      </dgm:t>
    </dgm:pt>
    <dgm:pt modelId="{A829D4F7-DB8E-4705-94E3-D00EA1D947F6}">
      <dgm:prSet phldrT="[Text]"/>
      <dgm:spPr/>
      <dgm:t>
        <a:bodyPr rtlCol="0"/>
        <a:lstStyle/>
        <a:p>
          <a:pPr rtl="0"/>
          <a:r>
            <a:rPr lang="fr-FR" noProof="0"/>
            <a:t>Adjustment of codes</a:t>
          </a:r>
        </a:p>
      </dgm:t>
    </dgm:pt>
    <dgm:pt modelId="{3B4413FE-A1AB-426B-8D68-B972BF63B87F}" type="parTrans" cxnId="{205886E4-9719-4502-BC93-E2E50A8A1277}">
      <dgm:prSet/>
      <dgm:spPr/>
      <dgm:t>
        <a:bodyPr/>
        <a:lstStyle/>
        <a:p>
          <a:endParaRPr lang="fr-FR"/>
        </a:p>
      </dgm:t>
    </dgm:pt>
    <dgm:pt modelId="{3B3623E1-B364-4363-879A-8C91DF89F7B0}" type="sibTrans" cxnId="{205886E4-9719-4502-BC93-E2E50A8A1277}">
      <dgm:prSet/>
      <dgm:spPr/>
      <dgm:t>
        <a:bodyPr/>
        <a:lstStyle/>
        <a:p>
          <a:endParaRPr lang="fr-FR"/>
        </a:p>
      </dgm:t>
    </dgm:pt>
    <dgm:pt modelId="{844D304C-FCFA-4707-BD93-81110D3EDC96}">
      <dgm:prSet phldrT="[Text]"/>
      <dgm:spPr/>
      <dgm:t>
        <a:bodyPr rtlCol="0"/>
        <a:lstStyle/>
        <a:p>
          <a:pPr rtl="0"/>
          <a:r>
            <a:rPr lang="fr-FR" noProof="0"/>
            <a:t>Date : 4th October 2018</a:t>
          </a:r>
        </a:p>
      </dgm:t>
    </dgm:pt>
    <dgm:pt modelId="{7188A075-D905-4F88-8272-AD1A23F75E19}" type="parTrans" cxnId="{178064C2-4156-4DFB-BD91-85ED9F88C9FF}">
      <dgm:prSet/>
      <dgm:spPr/>
      <dgm:t>
        <a:bodyPr/>
        <a:lstStyle/>
        <a:p>
          <a:endParaRPr lang="fr-FR"/>
        </a:p>
      </dgm:t>
    </dgm:pt>
    <dgm:pt modelId="{4CFDA4B2-74BC-4A95-A60E-D26F7B103107}" type="sibTrans" cxnId="{178064C2-4156-4DFB-BD91-85ED9F88C9FF}">
      <dgm:prSet/>
      <dgm:spPr/>
      <dgm:t>
        <a:bodyPr/>
        <a:lstStyle/>
        <a:p>
          <a:endParaRPr lang="fr-FR"/>
        </a:p>
      </dgm:t>
    </dgm:pt>
    <dgm:pt modelId="{E52749BF-2D98-4292-B600-4EDBEB8BE25F}">
      <dgm:prSet phldrT="[Text]"/>
      <dgm:spPr/>
      <dgm:t>
        <a:bodyPr rtlCol="0"/>
        <a:lstStyle/>
        <a:p>
          <a:pPr rtl="0"/>
          <a:r>
            <a:rPr lang="fr-FR" noProof="0"/>
            <a:t>Python revising</a:t>
          </a:r>
        </a:p>
      </dgm:t>
    </dgm:pt>
    <dgm:pt modelId="{89502874-683B-4996-AF0C-725D81CB1F72}" type="parTrans" cxnId="{747DE9EC-A4AE-4102-A36F-59238646CDC9}">
      <dgm:prSet/>
      <dgm:spPr/>
      <dgm:t>
        <a:bodyPr/>
        <a:lstStyle/>
        <a:p>
          <a:endParaRPr lang="fr-FR"/>
        </a:p>
      </dgm:t>
    </dgm:pt>
    <dgm:pt modelId="{A170BDA5-61B6-4D5D-B10D-F4206C34A3A0}" type="sibTrans" cxnId="{747DE9EC-A4AE-4102-A36F-59238646CDC9}">
      <dgm:prSet/>
      <dgm:spPr/>
      <dgm:t>
        <a:bodyPr/>
        <a:lstStyle/>
        <a:p>
          <a:endParaRPr lang="fr-FR"/>
        </a:p>
      </dgm:t>
    </dgm:pt>
    <dgm:pt modelId="{79A26078-2271-49AE-A44F-3A79B1FE037F}">
      <dgm:prSet phldrT="[Text]"/>
      <dgm:spPr/>
      <dgm:t>
        <a:bodyPr rtlCol="0"/>
        <a:lstStyle/>
        <a:p>
          <a:pPr rtl="0"/>
          <a:r>
            <a:rPr lang="en-US" b="0" i="0"/>
            <a:t>Getting started with</a:t>
          </a:r>
          <a:br>
            <a:rPr lang="en-US" b="0" i="0"/>
          </a:br>
          <a:r>
            <a:rPr lang="en-US" b="0" i="0"/>
            <a:t> the robot</a:t>
          </a:r>
          <a:endParaRPr lang="fr-FR" noProof="0"/>
        </a:p>
      </dgm:t>
    </dgm:pt>
    <dgm:pt modelId="{67E286B8-17D1-405A-8571-FA3BD36F8BA6}" type="parTrans" cxnId="{5BB2F085-55D5-478B-A6B4-F7F0B85BF51B}">
      <dgm:prSet/>
      <dgm:spPr/>
      <dgm:t>
        <a:bodyPr/>
        <a:lstStyle/>
        <a:p>
          <a:endParaRPr lang="fr-FR"/>
        </a:p>
      </dgm:t>
    </dgm:pt>
    <dgm:pt modelId="{C56C4DF2-06CD-43DE-BF1C-3A10249E9986}" type="sibTrans" cxnId="{5BB2F085-55D5-478B-A6B4-F7F0B85BF51B}">
      <dgm:prSet/>
      <dgm:spPr/>
      <dgm:t>
        <a:bodyPr/>
        <a:lstStyle/>
        <a:p>
          <a:endParaRPr lang="fr-FR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5"/>
      <dgm:spPr/>
    </dgm:pt>
    <dgm:pt modelId="{72C8B035-78DE-4979-AD4F-471D05AAA067}" type="pres">
      <dgm:prSet presAssocID="{89502874-683B-4996-AF0C-725D81CB1F72}" presName="parTrans" presStyleLbl="sibTrans2D1" presStyleIdx="0" presStyleCnt="14"/>
      <dgm:spPr/>
    </dgm:pt>
    <dgm:pt modelId="{5DF06295-F56A-49D9-AE2B-2AD02C1FED00}" type="pres">
      <dgm:prSet presAssocID="{E52749BF-2D98-4292-B600-4EDBEB8BE25F}" presName="child" presStyleLbl="alignAccFollowNode1" presStyleIdx="0" presStyleCnt="14">
        <dgm:presLayoutVars>
          <dgm:chMax val="0"/>
          <dgm:bulletEnabled val="1"/>
        </dgm:presLayoutVars>
      </dgm:prSet>
      <dgm:spPr/>
    </dgm:pt>
    <dgm:pt modelId="{BEE979B9-3CE0-4D79-944F-D34583BA1FD6}" type="pres">
      <dgm:prSet presAssocID="{A170BDA5-61B6-4D5D-B10D-F4206C34A3A0}" presName="sibTrans" presStyleLbl="sibTrans2D1" presStyleIdx="1" presStyleCnt="14"/>
      <dgm:spPr/>
    </dgm:pt>
    <dgm:pt modelId="{9A5E1799-26FB-4959-97AA-0FCC22761318}" type="pres">
      <dgm:prSet presAssocID="{F7CED298-1605-4B60-9FC8-0A4C25C5AA00}" presName="child" presStyleLbl="alignAccFollowNode1" presStyleIdx="1" presStyleCnt="14">
        <dgm:presLayoutVars>
          <dgm:chMax val="0"/>
          <dgm:bulletEnabled val="1"/>
        </dgm:presLayoutVars>
      </dgm:prSet>
      <dgm:spPr/>
    </dgm:pt>
    <dgm:pt modelId="{68024AC9-CEA3-4CCB-9A75-D5107E16B385}" type="pres">
      <dgm:prSet presAssocID="{1009FF03-5F93-449C-AF20-55447EEE50AB}" presName="sibTrans" presStyleLbl="sibTrans2D1" presStyleIdx="2" presStyleCnt="14"/>
      <dgm:spPr/>
    </dgm:pt>
    <dgm:pt modelId="{CA77E538-9481-4FFF-9B8B-A134FACA4DB3}" type="pres">
      <dgm:prSet presAssocID="{79A26078-2271-49AE-A44F-3A79B1FE037F}" presName="child" presStyleLbl="alignAccFollowNode1" presStyleIdx="2" presStyleCnt="14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C64F4C64-9C19-489C-89DE-2782A0EBED4F}" type="pres">
      <dgm:prSet presAssocID="{CF1C6313-4564-47A5-B9C0-92FA7E595ECA}" presName="vertFlow" presStyleCnt="0"/>
      <dgm:spPr/>
    </dgm:pt>
    <dgm:pt modelId="{E9381F77-A434-4268-8491-4E0BF2496F77}" type="pres">
      <dgm:prSet presAssocID="{CF1C6313-4564-47A5-B9C0-92FA7E595ECA}" presName="header" presStyleLbl="node1" presStyleIdx="1" presStyleCnt="5"/>
      <dgm:spPr/>
    </dgm:pt>
    <dgm:pt modelId="{3E12FC4F-0ADC-434D-9AA0-0561231490FE}" type="pres">
      <dgm:prSet presAssocID="{3F578A0C-62A1-48F8-B0F2-A11965E7B728}" presName="parTrans" presStyleLbl="sibTrans2D1" presStyleIdx="3" presStyleCnt="14"/>
      <dgm:spPr/>
    </dgm:pt>
    <dgm:pt modelId="{A22AD44D-1280-4CC8-9A1C-FBC0F77D1178}" type="pres">
      <dgm:prSet presAssocID="{5820AFBD-2371-48FC-8CB8-FCB8C54600B5}" presName="child" presStyleLbl="alignAccFollowNode1" presStyleIdx="3" presStyleCnt="14">
        <dgm:presLayoutVars>
          <dgm:chMax val="0"/>
          <dgm:bulletEnabled val="1"/>
        </dgm:presLayoutVars>
      </dgm:prSet>
      <dgm:spPr/>
    </dgm:pt>
    <dgm:pt modelId="{9F879850-6129-4B07-A9EC-6DADE0B0D86E}" type="pres">
      <dgm:prSet presAssocID="{60943562-8187-47AF-8240-985A43A0E8E8}" presName="sibTrans" presStyleLbl="sibTrans2D1" presStyleIdx="4" presStyleCnt="14"/>
      <dgm:spPr/>
    </dgm:pt>
    <dgm:pt modelId="{99E087F9-9D64-4445-A572-8AE9A32868C9}" type="pres">
      <dgm:prSet presAssocID="{DB9D8C6F-0C33-47DD-B87A-68A140841C32}" presName="child" presStyleLbl="alignAccFollowNode1" presStyleIdx="4" presStyleCnt="14">
        <dgm:presLayoutVars>
          <dgm:chMax val="0"/>
          <dgm:bulletEnabled val="1"/>
        </dgm:presLayoutVars>
      </dgm:prSet>
      <dgm:spPr/>
    </dgm:pt>
    <dgm:pt modelId="{41A8A42A-3703-4104-80C1-3048273901CB}" type="pres">
      <dgm:prSet presAssocID="{CC73E0A5-57B9-49B2-9AD4-7235D4133A4A}" presName="sibTrans" presStyleLbl="sibTrans2D1" presStyleIdx="5" presStyleCnt="14"/>
      <dgm:spPr/>
    </dgm:pt>
    <dgm:pt modelId="{B16CAF1B-E98D-47DF-88AB-34DDE689C71A}" type="pres">
      <dgm:prSet presAssocID="{5B2EA1EB-B121-487A-9262-316B86266340}" presName="child" presStyleLbl="alignAccFollowNode1" presStyleIdx="5" presStyleCnt="14" custScaleY="166093">
        <dgm:presLayoutVars>
          <dgm:chMax val="0"/>
          <dgm:bulletEnabled val="1"/>
        </dgm:presLayoutVars>
      </dgm:prSet>
      <dgm:spPr/>
    </dgm:pt>
    <dgm:pt modelId="{5638024E-437B-4E4D-AFA6-6E4F8A5E6309}" type="pres">
      <dgm:prSet presAssocID="{CF1C6313-4564-47A5-B9C0-92FA7E595ECA}" presName="hSp" presStyleCnt="0"/>
      <dgm:spPr/>
    </dgm:pt>
    <dgm:pt modelId="{734C3A16-72FA-42CA-BF15-F44513245016}" type="pres">
      <dgm:prSet presAssocID="{41E3B52E-71B8-4BD0-B1ED-D051FFB12506}" presName="vertFlow" presStyleCnt="0"/>
      <dgm:spPr/>
    </dgm:pt>
    <dgm:pt modelId="{09ADE9CE-20B7-4A4E-BED6-D56E4ED1D855}" type="pres">
      <dgm:prSet presAssocID="{41E3B52E-71B8-4BD0-B1ED-D051FFB12506}" presName="header" presStyleLbl="node1" presStyleIdx="2" presStyleCnt="5"/>
      <dgm:spPr/>
    </dgm:pt>
    <dgm:pt modelId="{C8CE6287-76AA-46C4-B478-0F9183DE6118}" type="pres">
      <dgm:prSet presAssocID="{F342D04F-4D11-41CC-AB66-36041A902B44}" presName="parTrans" presStyleLbl="sibTrans2D1" presStyleIdx="6" presStyleCnt="14"/>
      <dgm:spPr/>
    </dgm:pt>
    <dgm:pt modelId="{F7AA6D3E-BCE0-4C06-B101-080DA85DCB01}" type="pres">
      <dgm:prSet presAssocID="{5CBEC7DD-A25D-4956-9A65-6EA385F6FCB5}" presName="child" presStyleLbl="alignAccFollowNode1" presStyleIdx="6" presStyleCnt="14">
        <dgm:presLayoutVars>
          <dgm:chMax val="0"/>
          <dgm:bulletEnabled val="1"/>
        </dgm:presLayoutVars>
      </dgm:prSet>
      <dgm:spPr/>
    </dgm:pt>
    <dgm:pt modelId="{DDA5CBC7-AA05-481A-A03A-3964C1BBBB5A}" type="pres">
      <dgm:prSet presAssocID="{BD0F67B1-39E4-45ED-9534-FB8F89E8EEF6}" presName="sibTrans" presStyleLbl="sibTrans2D1" presStyleIdx="7" presStyleCnt="14"/>
      <dgm:spPr/>
    </dgm:pt>
    <dgm:pt modelId="{73DBFA1A-3823-4209-9CD6-DBDD456F39FB}" type="pres">
      <dgm:prSet presAssocID="{33BF0E2A-2B00-40A5-832E-FC800DCA5982}" presName="child" presStyleLbl="alignAccFollowNode1" presStyleIdx="7" presStyleCnt="14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8" presStyleCnt="14"/>
      <dgm:spPr/>
    </dgm:pt>
    <dgm:pt modelId="{68423B8C-DD55-4C1A-86D3-87118415FFA7}" type="pres">
      <dgm:prSet presAssocID="{CAE20587-4D50-4B6B-A17D-199722D630E2}" presName="child" presStyleLbl="alignAccFollowNode1" presStyleIdx="8" presStyleCnt="14">
        <dgm:presLayoutVars>
          <dgm:chMax val="0"/>
          <dgm:bulletEnabled val="1"/>
        </dgm:presLayoutVars>
      </dgm:prSet>
      <dgm:spPr/>
    </dgm:pt>
    <dgm:pt modelId="{D5E79C7E-BA4F-41B5-AEAD-7D11CABDB66C}" type="pres">
      <dgm:prSet presAssocID="{41E3B52E-71B8-4BD0-B1ED-D051FFB12506}" presName="hSp" presStyleCnt="0"/>
      <dgm:spPr/>
    </dgm:pt>
    <dgm:pt modelId="{96EC6E5F-616C-4A0E-8B47-23C2DB360B15}" type="pres">
      <dgm:prSet presAssocID="{EA587102-578B-46F3-8D9E-CEC48527A898}" presName="vertFlow" presStyleCnt="0"/>
      <dgm:spPr/>
    </dgm:pt>
    <dgm:pt modelId="{67971461-EE07-4B5E-A0C3-A166C6559682}" type="pres">
      <dgm:prSet presAssocID="{EA587102-578B-46F3-8D9E-CEC48527A898}" presName="header" presStyleLbl="node1" presStyleIdx="3" presStyleCnt="5"/>
      <dgm:spPr/>
    </dgm:pt>
    <dgm:pt modelId="{BF9CEF10-4726-4D20-AC2F-85DE706D0D00}" type="pres">
      <dgm:prSet presAssocID="{403B4542-B2F8-496D-BBEA-3A684B1106F9}" presName="parTrans" presStyleLbl="sibTrans2D1" presStyleIdx="9" presStyleCnt="14"/>
      <dgm:spPr/>
    </dgm:pt>
    <dgm:pt modelId="{C1386769-D313-4B62-9BE9-A84DD636105E}" type="pres">
      <dgm:prSet presAssocID="{038F6A6A-232A-44A4-9628-ADFA8F068F81}" presName="child" presStyleLbl="alignAccFollowNode1" presStyleIdx="9" presStyleCnt="14">
        <dgm:presLayoutVars>
          <dgm:chMax val="0"/>
          <dgm:bulletEnabled val="1"/>
        </dgm:presLayoutVars>
      </dgm:prSet>
      <dgm:spPr/>
    </dgm:pt>
    <dgm:pt modelId="{0C1CAC8B-CC80-49DA-9707-021AB163C55F}" type="pres">
      <dgm:prSet presAssocID="{ABE7D012-6867-48DA-AF76-FDB8ECBB944D}" presName="sibTrans" presStyleLbl="sibTrans2D1" presStyleIdx="10" presStyleCnt="14"/>
      <dgm:spPr/>
    </dgm:pt>
    <dgm:pt modelId="{226464CE-15BF-4776-8286-E85D1A4D736D}" type="pres">
      <dgm:prSet presAssocID="{A829D4F7-DB8E-4705-94E3-D00EA1D947F6}" presName="child" presStyleLbl="alignAccFollowNode1" presStyleIdx="10" presStyleCnt="14">
        <dgm:presLayoutVars>
          <dgm:chMax val="0"/>
          <dgm:bulletEnabled val="1"/>
        </dgm:presLayoutVars>
      </dgm:prSet>
      <dgm:spPr/>
    </dgm:pt>
    <dgm:pt modelId="{A0EF812D-7540-4C5E-BD97-55D8BA4C6B1B}" type="pres">
      <dgm:prSet presAssocID="{3B3623E1-B364-4363-879A-8C91DF89F7B0}" presName="sibTrans" presStyleLbl="sibTrans2D1" presStyleIdx="11" presStyleCnt="14"/>
      <dgm:spPr/>
    </dgm:pt>
    <dgm:pt modelId="{2985E292-795D-4403-BD7F-3A17BE0B21A7}" type="pres">
      <dgm:prSet presAssocID="{15982A38-A73B-4943-B138-EA0EAB77BC29}" presName="child" presStyleLbl="alignAccFollowNode1" presStyleIdx="11" presStyleCnt="14">
        <dgm:presLayoutVars>
          <dgm:chMax val="0"/>
          <dgm:bulletEnabled val="1"/>
        </dgm:presLayoutVars>
      </dgm:prSet>
      <dgm:spPr/>
    </dgm:pt>
    <dgm:pt modelId="{AEFF52EA-2D4D-4AD3-9F53-6B25191BD163}" type="pres">
      <dgm:prSet presAssocID="{EA587102-578B-46F3-8D9E-CEC48527A898}" presName="hSp" presStyleCnt="0"/>
      <dgm:spPr/>
    </dgm:pt>
    <dgm:pt modelId="{C057A87B-CF77-43C5-95EA-FF69715D34A3}" type="pres">
      <dgm:prSet presAssocID="{5CA89521-836B-470D-B51C-F8A4714D4EFF}" presName="vertFlow" presStyleCnt="0"/>
      <dgm:spPr/>
    </dgm:pt>
    <dgm:pt modelId="{DA50ACFD-2722-4D29-B376-5CF3C8F3EB41}" type="pres">
      <dgm:prSet presAssocID="{5CA89521-836B-470D-B51C-F8A4714D4EFF}" presName="header" presStyleLbl="node1" presStyleIdx="4" presStyleCnt="5"/>
      <dgm:spPr/>
    </dgm:pt>
    <dgm:pt modelId="{E31C91BC-3A8F-4AC7-8DBF-330AFF31351C}" type="pres">
      <dgm:prSet presAssocID="{525F31A2-90BB-4E18-B1F5-10D38B8099D9}" presName="parTrans" presStyleLbl="sibTrans2D1" presStyleIdx="12" presStyleCnt="14"/>
      <dgm:spPr/>
    </dgm:pt>
    <dgm:pt modelId="{AC28A259-E8AB-491C-9FF1-41516FA5BC71}" type="pres">
      <dgm:prSet presAssocID="{63746B76-9534-4F4F-B65B-B8A9AACC03F9}" presName="child" presStyleLbl="alignAccFollowNode1" presStyleIdx="12" presStyleCnt="14">
        <dgm:presLayoutVars>
          <dgm:chMax val="0"/>
          <dgm:bulletEnabled val="1"/>
        </dgm:presLayoutVars>
      </dgm:prSet>
      <dgm:spPr/>
    </dgm:pt>
    <dgm:pt modelId="{DF54C50F-225E-47E8-9EC4-AAA209AD28CA}" type="pres">
      <dgm:prSet presAssocID="{A9C1E709-4F9E-4AAB-BB7C-51A08921302E}" presName="sibTrans" presStyleLbl="sibTrans2D1" presStyleIdx="13" presStyleCnt="14"/>
      <dgm:spPr/>
    </dgm:pt>
    <dgm:pt modelId="{C67D1CA1-33AF-4D6E-9C9D-F1EF0E43947B}" type="pres">
      <dgm:prSet presAssocID="{844D304C-FCFA-4707-BD93-81110D3EDC96}" presName="child" presStyleLbl="alignAccFollowNode1" presStyleIdx="13" presStyleCnt="14">
        <dgm:presLayoutVars>
          <dgm:chMax val="0"/>
          <dgm:bulletEnabled val="1"/>
        </dgm:presLayoutVars>
      </dgm:prSet>
      <dgm:spPr/>
    </dgm:pt>
  </dgm:ptLst>
  <dgm:cxnLst>
    <dgm:cxn modelId="{F0586601-9ACD-4FBD-BD5A-48D73FF14301}" type="presOf" srcId="{516A4DDC-76BD-494E-B503-625555CCBC4A}" destId="{9BBCF6CE-E750-48B6-B333-305BBB100737}" srcOrd="0" destOrd="0" presId="urn:microsoft.com/office/officeart/2005/8/layout/lProcess1"/>
    <dgm:cxn modelId="{B767AB03-F7F7-492B-8158-C75E1682A10F}" srcId="{EA587102-578B-46F3-8D9E-CEC48527A898}" destId="{15982A38-A73B-4943-B138-EA0EAB77BC29}" srcOrd="2" destOrd="0" parTransId="{7CBA4BA7-B8C9-4EC9-9C51-4E810224FE14}" sibTransId="{9295158E-0763-4655-AD0E-61686A560F58}"/>
    <dgm:cxn modelId="{25B66A08-E57F-429F-A076-5691EC284D95}" type="presOf" srcId="{33BF0E2A-2B00-40A5-832E-FC800DCA5982}" destId="{73DBFA1A-3823-4209-9CD6-DBDD456F39FB}" srcOrd="0" destOrd="0" presId="urn:microsoft.com/office/officeart/2005/8/layout/lProcess1"/>
    <dgm:cxn modelId="{D8B46E14-EE50-493C-A469-7E70E63B953B}" type="presOf" srcId="{15982A38-A73B-4943-B138-EA0EAB77BC29}" destId="{2985E292-795D-4403-BD7F-3A17BE0B21A7}" srcOrd="0" destOrd="0" presId="urn:microsoft.com/office/officeart/2005/8/layout/lProcess1"/>
    <dgm:cxn modelId="{46E59E18-5758-4CED-8ED3-267FA9178271}" type="presOf" srcId="{A829D4F7-DB8E-4705-94E3-D00EA1D947F6}" destId="{226464CE-15BF-4776-8286-E85D1A4D736D}" srcOrd="0" destOrd="0" presId="urn:microsoft.com/office/officeart/2005/8/layout/lProcess1"/>
    <dgm:cxn modelId="{206D6826-92C5-4EEE-A28E-254E966FF0A0}" srcId="{516A4DDC-76BD-494E-B503-625555CCBC4A}" destId="{F7CED298-1605-4B60-9FC8-0A4C25C5AA00}" srcOrd="1" destOrd="0" parTransId="{618E2D9E-4CAE-48D5-9A0F-94DAE74A2D69}" sibTransId="{1009FF03-5F93-449C-AF20-55447EEE50AB}"/>
    <dgm:cxn modelId="{E788E727-49F8-4F1E-AF34-1058D1F3427D}" type="presOf" srcId="{A9C1E709-4F9E-4AAB-BB7C-51A08921302E}" destId="{DF54C50F-225E-47E8-9EC4-AAA209AD28CA}" srcOrd="0" destOrd="0" presId="urn:microsoft.com/office/officeart/2005/8/layout/lProcess1"/>
    <dgm:cxn modelId="{D22C632F-8F8B-48FF-A898-48FD446A5F78}" srcId="{41E3B52E-71B8-4BD0-B1ED-D051FFB12506}" destId="{CAE20587-4D50-4B6B-A17D-199722D630E2}" srcOrd="2" destOrd="0" parTransId="{6CEBC692-6F9A-47B4-948E-5AEB8FCFD251}" sibTransId="{7656320D-CC13-4DD7-8A30-F9FDC84AC6F2}"/>
    <dgm:cxn modelId="{4E3FFA34-01C8-4BA1-A471-2E8DFA5A8796}" type="presOf" srcId="{A170BDA5-61B6-4D5D-B10D-F4206C34A3A0}" destId="{BEE979B9-3CE0-4D79-944F-D34583BA1FD6}" srcOrd="0" destOrd="0" presId="urn:microsoft.com/office/officeart/2005/8/layout/lProcess1"/>
    <dgm:cxn modelId="{8577703E-6F48-497A-998D-C362C877F640}" srcId="{CF1C6313-4564-47A5-B9C0-92FA7E595ECA}" destId="{DB9D8C6F-0C33-47DD-B87A-68A140841C32}" srcOrd="1" destOrd="0" parTransId="{668F5E6A-3318-4BA1-B5A8-ACE894B5D86D}" sibTransId="{CC73E0A5-57B9-49B2-9AD4-7235D4133A4A}"/>
    <dgm:cxn modelId="{CAEA814D-FE9C-4BD3-8623-87D2E421CDED}" type="presOf" srcId="{525F31A2-90BB-4E18-B1F5-10D38B8099D9}" destId="{E31C91BC-3A8F-4AC7-8DBF-330AFF31351C}" srcOrd="0" destOrd="0" presId="urn:microsoft.com/office/officeart/2005/8/layout/lProcess1"/>
    <dgm:cxn modelId="{9C6DDB4D-44C6-4B40-87CB-3F77B752A432}" srcId="{CF1C6313-4564-47A5-B9C0-92FA7E595ECA}" destId="{5B2EA1EB-B121-487A-9262-316B86266340}" srcOrd="2" destOrd="0" parTransId="{042E03DF-BB6C-4620-B98F-2A8E9E31066E}" sibTransId="{0544A78E-F016-440B-897E-E9E1C96F4293}"/>
    <dgm:cxn modelId="{0F0D3551-AF94-422C-87FE-80E4E27CB025}" srcId="{C53CC6D8-DEFC-45FD-8207-E1ECCC27EA85}" destId="{41E3B52E-71B8-4BD0-B1ED-D051FFB12506}" srcOrd="2" destOrd="0" parTransId="{DA206B73-34B1-48E4-A513-9978853BF217}" sibTransId="{2436D701-8B79-4C2B-92A4-52BC1BA24775}"/>
    <dgm:cxn modelId="{73058351-9FAC-4F4F-A5FB-FC365EDF9D02}" type="presOf" srcId="{C53CC6D8-DEFC-45FD-8207-E1ECCC27EA85}" destId="{22D8E0AF-322E-4A8E-BC3C-6E9E9A51F58F}" srcOrd="0" destOrd="0" presId="urn:microsoft.com/office/officeart/2005/8/layout/lProcess1"/>
    <dgm:cxn modelId="{2A88A951-0F75-414B-B532-91B493174865}" srcId="{CF1C6313-4564-47A5-B9C0-92FA7E595ECA}" destId="{5820AFBD-2371-48FC-8CB8-FCB8C54600B5}" srcOrd="0" destOrd="0" parTransId="{3F578A0C-62A1-48F8-B0F2-A11965E7B728}" sibTransId="{60943562-8187-47AF-8240-985A43A0E8E8}"/>
    <dgm:cxn modelId="{EE353A53-3E39-460D-9CF4-CB0F5F19B2E6}" srcId="{C53CC6D8-DEFC-45FD-8207-E1ECCC27EA85}" destId="{CF1C6313-4564-47A5-B9C0-92FA7E595ECA}" srcOrd="1" destOrd="0" parTransId="{820232E2-4B6C-4C36-8218-BC4137C7A74B}" sibTransId="{45530CC9-58B9-45F1-B167-C396CCA16C2C}"/>
    <dgm:cxn modelId="{6D853954-67EB-442C-9F5A-866B9247A562}" srcId="{C53CC6D8-DEFC-45FD-8207-E1ECCC27EA85}" destId="{5CA89521-836B-470D-B51C-F8A4714D4EFF}" srcOrd="4" destOrd="0" parTransId="{D7F37AAF-020D-463D-9735-A1336884A6AE}" sibTransId="{C27250CA-FF59-4A03-8472-477331DB98EB}"/>
    <dgm:cxn modelId="{D2430375-0F29-4591-AAE4-CB3B30C4B793}" type="presOf" srcId="{EA587102-578B-46F3-8D9E-CEC48527A898}" destId="{67971461-EE07-4B5E-A0C3-A166C6559682}" srcOrd="0" destOrd="0" presId="urn:microsoft.com/office/officeart/2005/8/layout/lProcess1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A7B8947C-EA6E-47DE-814B-A0994EFA8C28}" srcId="{C53CC6D8-DEFC-45FD-8207-E1ECCC27EA85}" destId="{EA587102-578B-46F3-8D9E-CEC48527A898}" srcOrd="3" destOrd="0" parTransId="{5B4D99EA-4A7D-4EFB-95FC-BCCF98693CA7}" sibTransId="{8D504E2C-8A70-4591-8ECD-4A886FADED33}"/>
    <dgm:cxn modelId="{E26EF37D-CA6A-40E6-84D5-4EA9B936B567}" type="presOf" srcId="{5CA89521-836B-470D-B51C-F8A4714D4EFF}" destId="{DA50ACFD-2722-4D29-B376-5CF3C8F3EB41}" srcOrd="0" destOrd="0" presId="urn:microsoft.com/office/officeart/2005/8/layout/lProcess1"/>
    <dgm:cxn modelId="{0DC50B81-769A-4AC7-8C73-8EF8D8334AA1}" srcId="{EA587102-578B-46F3-8D9E-CEC48527A898}" destId="{038F6A6A-232A-44A4-9628-ADFA8F068F81}" srcOrd="0" destOrd="0" parTransId="{403B4542-B2F8-496D-BBEA-3A684B1106F9}" sibTransId="{ABE7D012-6867-48DA-AF76-FDB8ECBB944D}"/>
    <dgm:cxn modelId="{0687A885-2354-4E9E-B313-4269283F0057}" srcId="{41E3B52E-71B8-4BD0-B1ED-D051FFB12506}" destId="{5CBEC7DD-A25D-4956-9A65-6EA385F6FCB5}" srcOrd="0" destOrd="0" parTransId="{F342D04F-4D11-41CC-AB66-36041A902B44}" sibTransId="{BD0F67B1-39E4-45ED-9534-FB8F89E8EEF6}"/>
    <dgm:cxn modelId="{5BB2F085-55D5-478B-A6B4-F7F0B85BF51B}" srcId="{516A4DDC-76BD-494E-B503-625555CCBC4A}" destId="{79A26078-2271-49AE-A44F-3A79B1FE037F}" srcOrd="2" destOrd="0" parTransId="{67E286B8-17D1-405A-8571-FA3BD36F8BA6}" sibTransId="{C56C4DF2-06CD-43DE-BF1C-3A10249E9986}"/>
    <dgm:cxn modelId="{20E91086-4757-4CF3-9C35-102C5A4D0079}" type="presOf" srcId="{403B4542-B2F8-496D-BBEA-3A684B1106F9}" destId="{BF9CEF10-4726-4D20-AC2F-85DE706D0D00}" srcOrd="0" destOrd="0" presId="urn:microsoft.com/office/officeart/2005/8/layout/lProcess1"/>
    <dgm:cxn modelId="{F8E06486-AA71-45F8-8C9B-2A11234BE81B}" type="presOf" srcId="{89502874-683B-4996-AF0C-725D81CB1F72}" destId="{72C8B035-78DE-4979-AD4F-471D05AAA067}" srcOrd="0" destOrd="0" presId="urn:microsoft.com/office/officeart/2005/8/layout/lProcess1"/>
    <dgm:cxn modelId="{6B783E88-01A0-46B1-AAB5-A55B9F698CE9}" type="presOf" srcId="{5820AFBD-2371-48FC-8CB8-FCB8C54600B5}" destId="{A22AD44D-1280-4CC8-9A1C-FBC0F77D1178}" srcOrd="0" destOrd="0" presId="urn:microsoft.com/office/officeart/2005/8/layout/lProcess1"/>
    <dgm:cxn modelId="{F6742589-989F-4466-ABD8-B9A53946EFA3}" type="presOf" srcId="{038F6A6A-232A-44A4-9628-ADFA8F068F81}" destId="{C1386769-D313-4B62-9BE9-A84DD636105E}" srcOrd="0" destOrd="0" presId="urn:microsoft.com/office/officeart/2005/8/layout/lProcess1"/>
    <dgm:cxn modelId="{5F55A28B-96EB-4565-9919-9E4BDE07F610}" type="presOf" srcId="{F342D04F-4D11-41CC-AB66-36041A902B44}" destId="{C8CE6287-76AA-46C4-B478-0F9183DE6118}" srcOrd="0" destOrd="0" presId="urn:microsoft.com/office/officeart/2005/8/layout/lProcess1"/>
    <dgm:cxn modelId="{36634D94-C210-4DDC-A75A-FBCAAFC75039}" srcId="{5CA89521-836B-470D-B51C-F8A4714D4EFF}" destId="{63746B76-9534-4F4F-B65B-B8A9AACC03F9}" srcOrd="0" destOrd="0" parTransId="{525F31A2-90BB-4E18-B1F5-10D38B8099D9}" sibTransId="{A9C1E709-4F9E-4AAB-BB7C-51A08921302E}"/>
    <dgm:cxn modelId="{B522739A-4DEE-43CF-9357-A84EF1EEE7ED}" srcId="{41E3B52E-71B8-4BD0-B1ED-D051FFB12506}" destId="{33BF0E2A-2B00-40A5-832E-FC800DCA5982}" srcOrd="1" destOrd="0" parTransId="{F8C31ED9-A2C0-4A09-A419-0AE9A44BB8DF}" sibTransId="{E373698D-1356-47A7-A591-B72BFE77C3D1}"/>
    <dgm:cxn modelId="{4C2769B4-F514-40BD-902A-61D46D3B09E2}" type="presOf" srcId="{844D304C-FCFA-4707-BD93-81110D3EDC96}" destId="{C67D1CA1-33AF-4D6E-9C9D-F1EF0E43947B}" srcOrd="0" destOrd="0" presId="urn:microsoft.com/office/officeart/2005/8/layout/lProcess1"/>
    <dgm:cxn modelId="{AEAE8CB6-1B26-4996-A549-ADEFF4BF9B7B}" type="presOf" srcId="{41E3B52E-71B8-4BD0-B1ED-D051FFB12506}" destId="{09ADE9CE-20B7-4A4E-BED6-D56E4ED1D855}" srcOrd="0" destOrd="0" presId="urn:microsoft.com/office/officeart/2005/8/layout/lProcess1"/>
    <dgm:cxn modelId="{A63747B8-A733-4F18-9CAB-41A77965CE9A}" type="presOf" srcId="{79A26078-2271-49AE-A44F-3A79B1FE037F}" destId="{CA77E538-9481-4FFF-9B8B-A134FACA4DB3}" srcOrd="0" destOrd="0" presId="urn:microsoft.com/office/officeart/2005/8/layout/lProcess1"/>
    <dgm:cxn modelId="{322718BD-23D0-4490-A6A2-F6F80ABF670B}" type="presOf" srcId="{E52749BF-2D98-4292-B600-4EDBEB8BE25F}" destId="{5DF06295-F56A-49D9-AE2B-2AD02C1FED00}" srcOrd="0" destOrd="0" presId="urn:microsoft.com/office/officeart/2005/8/layout/lProcess1"/>
    <dgm:cxn modelId="{178064C2-4156-4DFB-BD91-85ED9F88C9FF}" srcId="{5CA89521-836B-470D-B51C-F8A4714D4EFF}" destId="{844D304C-FCFA-4707-BD93-81110D3EDC96}" srcOrd="1" destOrd="0" parTransId="{7188A075-D905-4F88-8272-AD1A23F75E19}" sibTransId="{4CFDA4B2-74BC-4A95-A60E-D26F7B103107}"/>
    <dgm:cxn modelId="{541426C5-B997-49AC-A1CD-ABBC86A85301}" type="presOf" srcId="{BD0F67B1-39E4-45ED-9534-FB8F89E8EEF6}" destId="{DDA5CBC7-AA05-481A-A03A-3964C1BBBB5A}" srcOrd="0" destOrd="0" presId="urn:microsoft.com/office/officeart/2005/8/layout/lProcess1"/>
    <dgm:cxn modelId="{F987E0C6-B7AC-405C-A358-F41B70AF1C10}" type="presOf" srcId="{5B2EA1EB-B121-487A-9262-316B86266340}" destId="{B16CAF1B-E98D-47DF-88AB-34DDE689C71A}" srcOrd="0" destOrd="0" presId="urn:microsoft.com/office/officeart/2005/8/layout/lProcess1"/>
    <dgm:cxn modelId="{EBA1CBCE-23E4-4EBC-8AD1-87126317F6E4}" type="presOf" srcId="{DB9D8C6F-0C33-47DD-B87A-68A140841C32}" destId="{99E087F9-9D64-4445-A572-8AE9A32868C9}" srcOrd="0" destOrd="0" presId="urn:microsoft.com/office/officeart/2005/8/layout/lProcess1"/>
    <dgm:cxn modelId="{0E9367DA-F3C7-4672-A3E1-FDDD869E15C8}" type="presOf" srcId="{ABE7D012-6867-48DA-AF76-FDB8ECBB944D}" destId="{0C1CAC8B-CC80-49DA-9707-021AB163C55F}" srcOrd="0" destOrd="0" presId="urn:microsoft.com/office/officeart/2005/8/layout/lProcess1"/>
    <dgm:cxn modelId="{6084EEDA-83EF-4CB7-9F11-90EA4F6DE6DA}" type="presOf" srcId="{CF1C6313-4564-47A5-B9C0-92FA7E595ECA}" destId="{E9381F77-A434-4268-8491-4E0BF2496F77}" srcOrd="0" destOrd="0" presId="urn:microsoft.com/office/officeart/2005/8/layout/lProcess1"/>
    <dgm:cxn modelId="{7CEE6DDC-19E4-4EF0-BC25-30BE0555326A}" type="presOf" srcId="{CC73E0A5-57B9-49B2-9AD4-7235D4133A4A}" destId="{41A8A42A-3703-4104-80C1-3048273901CB}" srcOrd="0" destOrd="0" presId="urn:microsoft.com/office/officeart/2005/8/layout/lProcess1"/>
    <dgm:cxn modelId="{870E5EDE-6108-4068-8226-69D7677A378B}" type="presOf" srcId="{60943562-8187-47AF-8240-985A43A0E8E8}" destId="{9F879850-6129-4B07-A9EC-6DADE0B0D86E}" srcOrd="0" destOrd="0" presId="urn:microsoft.com/office/officeart/2005/8/layout/lProcess1"/>
    <dgm:cxn modelId="{205886E4-9719-4502-BC93-E2E50A8A1277}" srcId="{EA587102-578B-46F3-8D9E-CEC48527A898}" destId="{A829D4F7-DB8E-4705-94E3-D00EA1D947F6}" srcOrd="1" destOrd="0" parTransId="{3B4413FE-A1AB-426B-8D68-B972BF63B87F}" sibTransId="{3B3623E1-B364-4363-879A-8C91DF89F7B0}"/>
    <dgm:cxn modelId="{2D12CAE4-52EA-49D2-87F3-7DECCEB4887F}" type="presOf" srcId="{3F578A0C-62A1-48F8-B0F2-A11965E7B728}" destId="{3E12FC4F-0ADC-434D-9AA0-0561231490FE}" srcOrd="0" destOrd="0" presId="urn:microsoft.com/office/officeart/2005/8/layout/lProcess1"/>
    <dgm:cxn modelId="{EF5E21E6-CC69-47D7-95D8-FB2CCC23193D}" type="presOf" srcId="{E373698D-1356-47A7-A591-B72BFE77C3D1}" destId="{E7F7C4A8-2F3A-49BA-B2E4-CF48FCA5D8D8}" srcOrd="0" destOrd="0" presId="urn:microsoft.com/office/officeart/2005/8/layout/lProcess1"/>
    <dgm:cxn modelId="{FD127DE6-8921-4E83-8CA0-14DC01E8FF00}" type="presOf" srcId="{1009FF03-5F93-449C-AF20-55447EEE50AB}" destId="{68024AC9-CEA3-4CCB-9A75-D5107E16B385}" srcOrd="0" destOrd="0" presId="urn:microsoft.com/office/officeart/2005/8/layout/lProcess1"/>
    <dgm:cxn modelId="{747DE9EC-A4AE-4102-A36F-59238646CDC9}" srcId="{516A4DDC-76BD-494E-B503-625555CCBC4A}" destId="{E52749BF-2D98-4292-B600-4EDBEB8BE25F}" srcOrd="0" destOrd="0" parTransId="{89502874-683B-4996-AF0C-725D81CB1F72}" sibTransId="{A170BDA5-61B6-4D5D-B10D-F4206C34A3A0}"/>
    <dgm:cxn modelId="{6F068FF1-B8FE-4CE4-BC04-84B17E410A4C}" type="presOf" srcId="{F7CED298-1605-4B60-9FC8-0A4C25C5AA00}" destId="{9A5E1799-26FB-4959-97AA-0FCC22761318}" srcOrd="0" destOrd="0" presId="urn:microsoft.com/office/officeart/2005/8/layout/lProcess1"/>
    <dgm:cxn modelId="{9AFC20F2-D5DD-455E-8266-96B58ABE2D49}" type="presOf" srcId="{CAE20587-4D50-4B6B-A17D-199722D630E2}" destId="{68423B8C-DD55-4C1A-86D3-87118415FFA7}" srcOrd="0" destOrd="0" presId="urn:microsoft.com/office/officeart/2005/8/layout/lProcess1"/>
    <dgm:cxn modelId="{0922B7F6-A3F4-4F25-B653-7734813121A1}" type="presOf" srcId="{3B3623E1-B364-4363-879A-8C91DF89F7B0}" destId="{A0EF812D-7540-4C5E-BD97-55D8BA4C6B1B}" srcOrd="0" destOrd="0" presId="urn:microsoft.com/office/officeart/2005/8/layout/lProcess1"/>
    <dgm:cxn modelId="{0FF6D2F7-E787-4B57-911C-090AA0CBD9AA}" type="presOf" srcId="{63746B76-9534-4F4F-B65B-B8A9AACC03F9}" destId="{AC28A259-E8AB-491C-9FF1-41516FA5BC71}" srcOrd="0" destOrd="0" presId="urn:microsoft.com/office/officeart/2005/8/layout/lProcess1"/>
    <dgm:cxn modelId="{40E743FD-4072-4389-94B0-B65E89259C6B}" type="presOf" srcId="{5CBEC7DD-A25D-4956-9A65-6EA385F6FCB5}" destId="{F7AA6D3E-BCE0-4C06-B101-080DA85DCB01}" srcOrd="0" destOrd="0" presId="urn:microsoft.com/office/officeart/2005/8/layout/lProcess1"/>
    <dgm:cxn modelId="{CC00200B-5AB6-421D-A39D-C942C3354FE4}" type="presParOf" srcId="{22D8E0AF-322E-4A8E-BC3C-6E9E9A51F58F}" destId="{B1443ED3-5E34-456D-8CD9-88B600EDA95F}" srcOrd="0" destOrd="0" presId="urn:microsoft.com/office/officeart/2005/8/layout/lProcess1"/>
    <dgm:cxn modelId="{D33AA10B-4ED8-4BB1-9C64-4F52A35D7099}" type="presParOf" srcId="{B1443ED3-5E34-456D-8CD9-88B600EDA95F}" destId="{9BBCF6CE-E750-48B6-B333-305BBB100737}" srcOrd="0" destOrd="0" presId="urn:microsoft.com/office/officeart/2005/8/layout/lProcess1"/>
    <dgm:cxn modelId="{C0A7FF35-A107-4AF6-9B22-44098309A993}" type="presParOf" srcId="{B1443ED3-5E34-456D-8CD9-88B600EDA95F}" destId="{72C8B035-78DE-4979-AD4F-471D05AAA067}" srcOrd="1" destOrd="0" presId="urn:microsoft.com/office/officeart/2005/8/layout/lProcess1"/>
    <dgm:cxn modelId="{36A76464-6FEE-4D03-8871-F54AF9C4850A}" type="presParOf" srcId="{B1443ED3-5E34-456D-8CD9-88B600EDA95F}" destId="{5DF06295-F56A-49D9-AE2B-2AD02C1FED00}" srcOrd="2" destOrd="0" presId="urn:microsoft.com/office/officeart/2005/8/layout/lProcess1"/>
    <dgm:cxn modelId="{B1FCC009-B00F-4C9B-BC5A-7929C4C11C43}" type="presParOf" srcId="{B1443ED3-5E34-456D-8CD9-88B600EDA95F}" destId="{BEE979B9-3CE0-4D79-944F-D34583BA1FD6}" srcOrd="3" destOrd="0" presId="urn:microsoft.com/office/officeart/2005/8/layout/lProcess1"/>
    <dgm:cxn modelId="{C8A501C1-6DE6-41C2-B744-2ED27A327271}" type="presParOf" srcId="{B1443ED3-5E34-456D-8CD9-88B600EDA95F}" destId="{9A5E1799-26FB-4959-97AA-0FCC22761318}" srcOrd="4" destOrd="0" presId="urn:microsoft.com/office/officeart/2005/8/layout/lProcess1"/>
    <dgm:cxn modelId="{76AD4B9F-1C6E-4E74-A05F-FF775BB221C0}" type="presParOf" srcId="{B1443ED3-5E34-456D-8CD9-88B600EDA95F}" destId="{68024AC9-CEA3-4CCB-9A75-D5107E16B385}" srcOrd="5" destOrd="0" presId="urn:microsoft.com/office/officeart/2005/8/layout/lProcess1"/>
    <dgm:cxn modelId="{198DE35C-5DD5-481A-ACA2-3014C89D5286}" type="presParOf" srcId="{B1443ED3-5E34-456D-8CD9-88B600EDA95F}" destId="{CA77E538-9481-4FFF-9B8B-A134FACA4DB3}" srcOrd="6" destOrd="0" presId="urn:microsoft.com/office/officeart/2005/8/layout/lProcess1"/>
    <dgm:cxn modelId="{C3EBA94B-E35F-4A89-987B-27047E6BDC25}" type="presParOf" srcId="{22D8E0AF-322E-4A8E-BC3C-6E9E9A51F58F}" destId="{8F2F3A22-7A2A-4EE4-9C5B-70F6E89B9064}" srcOrd="1" destOrd="0" presId="urn:microsoft.com/office/officeart/2005/8/layout/lProcess1"/>
    <dgm:cxn modelId="{988B0EFD-7C1C-4592-B4BE-1B537C0CE10B}" type="presParOf" srcId="{22D8E0AF-322E-4A8E-BC3C-6E9E9A51F58F}" destId="{C64F4C64-9C19-489C-89DE-2782A0EBED4F}" srcOrd="2" destOrd="0" presId="urn:microsoft.com/office/officeart/2005/8/layout/lProcess1"/>
    <dgm:cxn modelId="{F50F5360-87B3-49AB-9959-7A24EA97849B}" type="presParOf" srcId="{C64F4C64-9C19-489C-89DE-2782A0EBED4F}" destId="{E9381F77-A434-4268-8491-4E0BF2496F77}" srcOrd="0" destOrd="0" presId="urn:microsoft.com/office/officeart/2005/8/layout/lProcess1"/>
    <dgm:cxn modelId="{26CCE249-10E9-42EE-A390-EF35A46FB742}" type="presParOf" srcId="{C64F4C64-9C19-489C-89DE-2782A0EBED4F}" destId="{3E12FC4F-0ADC-434D-9AA0-0561231490FE}" srcOrd="1" destOrd="0" presId="urn:microsoft.com/office/officeart/2005/8/layout/lProcess1"/>
    <dgm:cxn modelId="{2A9826B5-455F-4A03-8910-7A0F8FC069B3}" type="presParOf" srcId="{C64F4C64-9C19-489C-89DE-2782A0EBED4F}" destId="{A22AD44D-1280-4CC8-9A1C-FBC0F77D1178}" srcOrd="2" destOrd="0" presId="urn:microsoft.com/office/officeart/2005/8/layout/lProcess1"/>
    <dgm:cxn modelId="{2EE2EF2F-09EA-462A-B4C7-1BB8C2D14A23}" type="presParOf" srcId="{C64F4C64-9C19-489C-89DE-2782A0EBED4F}" destId="{9F879850-6129-4B07-A9EC-6DADE0B0D86E}" srcOrd="3" destOrd="0" presId="urn:microsoft.com/office/officeart/2005/8/layout/lProcess1"/>
    <dgm:cxn modelId="{91C82BB9-CE67-4B4C-9A9F-B1D965E64A80}" type="presParOf" srcId="{C64F4C64-9C19-489C-89DE-2782A0EBED4F}" destId="{99E087F9-9D64-4445-A572-8AE9A32868C9}" srcOrd="4" destOrd="0" presId="urn:microsoft.com/office/officeart/2005/8/layout/lProcess1"/>
    <dgm:cxn modelId="{B744D244-B790-4837-A0E3-7E70B9DA7514}" type="presParOf" srcId="{C64F4C64-9C19-489C-89DE-2782A0EBED4F}" destId="{41A8A42A-3703-4104-80C1-3048273901CB}" srcOrd="5" destOrd="0" presId="urn:microsoft.com/office/officeart/2005/8/layout/lProcess1"/>
    <dgm:cxn modelId="{63F334CA-EE69-4E9A-AE6C-376F9186BC0F}" type="presParOf" srcId="{C64F4C64-9C19-489C-89DE-2782A0EBED4F}" destId="{B16CAF1B-E98D-47DF-88AB-34DDE689C71A}" srcOrd="6" destOrd="0" presId="urn:microsoft.com/office/officeart/2005/8/layout/lProcess1"/>
    <dgm:cxn modelId="{0CF4EB6A-3F7B-4743-BE22-29CB97934F0C}" type="presParOf" srcId="{22D8E0AF-322E-4A8E-BC3C-6E9E9A51F58F}" destId="{5638024E-437B-4E4D-AFA6-6E4F8A5E6309}" srcOrd="3" destOrd="0" presId="urn:microsoft.com/office/officeart/2005/8/layout/lProcess1"/>
    <dgm:cxn modelId="{73811368-B194-4A24-AD33-D7682C703338}" type="presParOf" srcId="{22D8E0AF-322E-4A8E-BC3C-6E9E9A51F58F}" destId="{734C3A16-72FA-42CA-BF15-F44513245016}" srcOrd="4" destOrd="0" presId="urn:microsoft.com/office/officeart/2005/8/layout/lProcess1"/>
    <dgm:cxn modelId="{CF11DF29-864F-46B6-AAB3-A5037CF8A0AD}" type="presParOf" srcId="{734C3A16-72FA-42CA-BF15-F44513245016}" destId="{09ADE9CE-20B7-4A4E-BED6-D56E4ED1D855}" srcOrd="0" destOrd="0" presId="urn:microsoft.com/office/officeart/2005/8/layout/lProcess1"/>
    <dgm:cxn modelId="{45BFDF97-7485-4BD3-9636-A42CF9DED933}" type="presParOf" srcId="{734C3A16-72FA-42CA-BF15-F44513245016}" destId="{C8CE6287-76AA-46C4-B478-0F9183DE6118}" srcOrd="1" destOrd="0" presId="urn:microsoft.com/office/officeart/2005/8/layout/lProcess1"/>
    <dgm:cxn modelId="{96337C59-FBC5-4280-848F-E1ABE955629C}" type="presParOf" srcId="{734C3A16-72FA-42CA-BF15-F44513245016}" destId="{F7AA6D3E-BCE0-4C06-B101-080DA85DCB01}" srcOrd="2" destOrd="0" presId="urn:microsoft.com/office/officeart/2005/8/layout/lProcess1"/>
    <dgm:cxn modelId="{02D7F229-EA09-4CF1-8A9A-9A5AAE90046C}" type="presParOf" srcId="{734C3A16-72FA-42CA-BF15-F44513245016}" destId="{DDA5CBC7-AA05-481A-A03A-3964C1BBBB5A}" srcOrd="3" destOrd="0" presId="urn:microsoft.com/office/officeart/2005/8/layout/lProcess1"/>
    <dgm:cxn modelId="{354586AA-7CE8-4586-9E66-2D688CB72C44}" type="presParOf" srcId="{734C3A16-72FA-42CA-BF15-F44513245016}" destId="{73DBFA1A-3823-4209-9CD6-DBDD456F39FB}" srcOrd="4" destOrd="0" presId="urn:microsoft.com/office/officeart/2005/8/layout/lProcess1"/>
    <dgm:cxn modelId="{90D43EC8-D059-4AA5-A590-3603C8F010A7}" type="presParOf" srcId="{734C3A16-72FA-42CA-BF15-F44513245016}" destId="{E7F7C4A8-2F3A-49BA-B2E4-CF48FCA5D8D8}" srcOrd="5" destOrd="0" presId="urn:microsoft.com/office/officeart/2005/8/layout/lProcess1"/>
    <dgm:cxn modelId="{35CDA84A-A070-48A2-86D3-246382CBFE34}" type="presParOf" srcId="{734C3A16-72FA-42CA-BF15-F44513245016}" destId="{68423B8C-DD55-4C1A-86D3-87118415FFA7}" srcOrd="6" destOrd="0" presId="urn:microsoft.com/office/officeart/2005/8/layout/lProcess1"/>
    <dgm:cxn modelId="{45D49A7A-3664-4AB2-B3A5-3D21008896A6}" type="presParOf" srcId="{22D8E0AF-322E-4A8E-BC3C-6E9E9A51F58F}" destId="{D5E79C7E-BA4F-41B5-AEAD-7D11CABDB66C}" srcOrd="5" destOrd="0" presId="urn:microsoft.com/office/officeart/2005/8/layout/lProcess1"/>
    <dgm:cxn modelId="{42D72CBF-2A51-4316-9C5E-92655A902468}" type="presParOf" srcId="{22D8E0AF-322E-4A8E-BC3C-6E9E9A51F58F}" destId="{96EC6E5F-616C-4A0E-8B47-23C2DB360B15}" srcOrd="6" destOrd="0" presId="urn:microsoft.com/office/officeart/2005/8/layout/lProcess1"/>
    <dgm:cxn modelId="{2EBB2F01-0952-416C-8D61-9CBBA685F51F}" type="presParOf" srcId="{96EC6E5F-616C-4A0E-8B47-23C2DB360B15}" destId="{67971461-EE07-4B5E-A0C3-A166C6559682}" srcOrd="0" destOrd="0" presId="urn:microsoft.com/office/officeart/2005/8/layout/lProcess1"/>
    <dgm:cxn modelId="{164E6B8A-ACC8-4A59-8C34-C15E679A8503}" type="presParOf" srcId="{96EC6E5F-616C-4A0E-8B47-23C2DB360B15}" destId="{BF9CEF10-4726-4D20-AC2F-85DE706D0D00}" srcOrd="1" destOrd="0" presId="urn:microsoft.com/office/officeart/2005/8/layout/lProcess1"/>
    <dgm:cxn modelId="{E7DA4B73-0D72-4516-ADC6-ED952C9FE81E}" type="presParOf" srcId="{96EC6E5F-616C-4A0E-8B47-23C2DB360B15}" destId="{C1386769-D313-4B62-9BE9-A84DD636105E}" srcOrd="2" destOrd="0" presId="urn:microsoft.com/office/officeart/2005/8/layout/lProcess1"/>
    <dgm:cxn modelId="{CB17923D-0FE4-4A68-ABA5-C8706398FB8F}" type="presParOf" srcId="{96EC6E5F-616C-4A0E-8B47-23C2DB360B15}" destId="{0C1CAC8B-CC80-49DA-9707-021AB163C55F}" srcOrd="3" destOrd="0" presId="urn:microsoft.com/office/officeart/2005/8/layout/lProcess1"/>
    <dgm:cxn modelId="{E08CA12A-3A98-4B43-81C8-0D7674F17356}" type="presParOf" srcId="{96EC6E5F-616C-4A0E-8B47-23C2DB360B15}" destId="{226464CE-15BF-4776-8286-E85D1A4D736D}" srcOrd="4" destOrd="0" presId="urn:microsoft.com/office/officeart/2005/8/layout/lProcess1"/>
    <dgm:cxn modelId="{A661BEC5-CE31-4D0D-BDFE-1AC0411F2B75}" type="presParOf" srcId="{96EC6E5F-616C-4A0E-8B47-23C2DB360B15}" destId="{A0EF812D-7540-4C5E-BD97-55D8BA4C6B1B}" srcOrd="5" destOrd="0" presId="urn:microsoft.com/office/officeart/2005/8/layout/lProcess1"/>
    <dgm:cxn modelId="{03D18F74-62DE-46FC-BDC3-F46D4C5A4C7A}" type="presParOf" srcId="{96EC6E5F-616C-4A0E-8B47-23C2DB360B15}" destId="{2985E292-795D-4403-BD7F-3A17BE0B21A7}" srcOrd="6" destOrd="0" presId="urn:microsoft.com/office/officeart/2005/8/layout/lProcess1"/>
    <dgm:cxn modelId="{0928E017-990D-49BC-A3BB-E762A7BB9C64}" type="presParOf" srcId="{22D8E0AF-322E-4A8E-BC3C-6E9E9A51F58F}" destId="{AEFF52EA-2D4D-4AD3-9F53-6B25191BD163}" srcOrd="7" destOrd="0" presId="urn:microsoft.com/office/officeart/2005/8/layout/lProcess1"/>
    <dgm:cxn modelId="{60AF69CC-E2C4-42C6-A765-A2C5CFC4AEC2}" type="presParOf" srcId="{22D8E0AF-322E-4A8E-BC3C-6E9E9A51F58F}" destId="{C057A87B-CF77-43C5-95EA-FF69715D34A3}" srcOrd="8" destOrd="0" presId="urn:microsoft.com/office/officeart/2005/8/layout/lProcess1"/>
    <dgm:cxn modelId="{3D5AEDB5-C877-49C4-8CE7-CBF70D35C8CE}" type="presParOf" srcId="{C057A87B-CF77-43C5-95EA-FF69715D34A3}" destId="{DA50ACFD-2722-4D29-B376-5CF3C8F3EB41}" srcOrd="0" destOrd="0" presId="urn:microsoft.com/office/officeart/2005/8/layout/lProcess1"/>
    <dgm:cxn modelId="{E452C909-B0C8-4180-B558-4C1214228CD0}" type="presParOf" srcId="{C057A87B-CF77-43C5-95EA-FF69715D34A3}" destId="{E31C91BC-3A8F-4AC7-8DBF-330AFF31351C}" srcOrd="1" destOrd="0" presId="urn:microsoft.com/office/officeart/2005/8/layout/lProcess1"/>
    <dgm:cxn modelId="{0E7938F4-0647-4FB9-90EA-66B6E55CAC2A}" type="presParOf" srcId="{C057A87B-CF77-43C5-95EA-FF69715D34A3}" destId="{AC28A259-E8AB-491C-9FF1-41516FA5BC71}" srcOrd="2" destOrd="0" presId="urn:microsoft.com/office/officeart/2005/8/layout/lProcess1"/>
    <dgm:cxn modelId="{7C7C1ED7-8D70-4CC7-93FA-5F82DC34F4E0}" type="presParOf" srcId="{C057A87B-CF77-43C5-95EA-FF69715D34A3}" destId="{DF54C50F-225E-47E8-9EC4-AAA209AD28CA}" srcOrd="3" destOrd="0" presId="urn:microsoft.com/office/officeart/2005/8/layout/lProcess1"/>
    <dgm:cxn modelId="{045DABCD-3A31-48D6-ADC6-75C16024CA6B}" type="presParOf" srcId="{C057A87B-CF77-43C5-95EA-FF69715D34A3}" destId="{C67D1CA1-33AF-4D6E-9C9D-F1EF0E43947B}" srcOrd="4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3CC6D8-DEFC-45FD-8207-E1ECCC27EA85}" type="doc">
      <dgm:prSet loTypeId="urn:microsoft.com/office/officeart/2005/8/layout/lProcess1" loCatId="process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516A4DDC-76BD-494E-B503-625555CCBC4A}">
      <dgm:prSet phldrT="[Text]"/>
      <dgm:spPr>
        <a:solidFill>
          <a:schemeClr val="accent2"/>
        </a:solidFill>
        <a:ln>
          <a:solidFill>
            <a:schemeClr val="accent1"/>
          </a:solidFill>
        </a:ln>
      </dgm:spPr>
      <dgm:t>
        <a:bodyPr rtlCol="0"/>
        <a:lstStyle/>
        <a:p>
          <a:pPr rtl="0"/>
          <a:r>
            <a:rPr lang="en-US" dirty="0"/>
            <a:t>Balls into the buckets</a:t>
          </a:r>
          <a:endParaRPr lang="fr-FR" noProof="0" dirty="0"/>
        </a:p>
      </dgm:t>
    </dgm:pt>
    <dgm:pt modelId="{133DE2D2-6278-469E-8A80-F71EA996A07A}" type="par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AE4D7DCA-0B66-4207-B896-C721B2CB4C13}" type="sibTrans" cxnId="{7B595755-BE81-46A0-903D-004D1EF6EE33}">
      <dgm:prSet/>
      <dgm:spPr/>
      <dgm:t>
        <a:bodyPr rtlCol="0"/>
        <a:lstStyle/>
        <a:p>
          <a:pPr rtl="0"/>
          <a:endParaRPr lang="en-US"/>
        </a:p>
      </dgm:t>
    </dgm:pt>
    <dgm:pt modelId="{CD410504-9F7F-47AE-B46E-CE985680360F}">
      <dgm:prSet phldrT="[Text]"/>
      <dgm:spPr/>
      <dgm:t>
        <a:bodyPr rtlCol="0"/>
        <a:lstStyle/>
        <a:p>
          <a:pPr algn="l" rtl="0"/>
          <a:r>
            <a:rPr lang="en-US" b="1"/>
            <a:t>           Marolleau Corentin</a:t>
          </a:r>
          <a:br>
            <a:rPr lang="en-US" b="1"/>
          </a:br>
          <a:r>
            <a:rPr lang="en-US" b="1"/>
            <a:t>                  Matthieu Reymond</a:t>
          </a:r>
          <a:endParaRPr lang="fr-FR" b="1" noProof="0"/>
        </a:p>
      </dgm:t>
    </dgm:pt>
    <dgm:pt modelId="{995C4470-49EF-4BD9-B00A-AD612181AB58}" type="parTrans" cxnId="{6B045370-B4FF-427A-9929-461476AAE193}">
      <dgm:prSet/>
      <dgm:spPr/>
      <dgm:t>
        <a:bodyPr rtlCol="0"/>
        <a:lstStyle/>
        <a:p>
          <a:pPr rtl="0"/>
          <a:endParaRPr lang="en-US"/>
        </a:p>
      </dgm:t>
    </dgm:pt>
    <dgm:pt modelId="{2B847D36-6E88-4DD3-AABD-579C99426233}" type="sibTrans" cxnId="{6B045370-B4FF-427A-9929-461476AAE193}">
      <dgm:prSet/>
      <dgm:spPr/>
      <dgm:t>
        <a:bodyPr rtlCol="0"/>
        <a:lstStyle/>
        <a:p>
          <a:pPr rtl="0"/>
          <a:endParaRPr lang="en-US"/>
        </a:p>
      </dgm:t>
    </dgm:pt>
    <dgm:pt modelId="{5CBEC7DD-A25D-4956-9A65-6EA385F6FCB5}">
      <dgm:prSet phldrT="[Text]"/>
      <dgm:spPr>
        <a:solidFill>
          <a:schemeClr val="accent2"/>
        </a:solidFill>
      </dgm:spPr>
      <dgm:t>
        <a:bodyPr rtlCol="0"/>
        <a:lstStyle/>
        <a:p>
          <a:pPr rtl="0"/>
          <a:r>
            <a:rPr lang="en-US"/>
            <a:t>PWM Start-Up</a:t>
          </a:r>
          <a:endParaRPr lang="fr-FR" noProof="0"/>
        </a:p>
      </dgm:t>
    </dgm:pt>
    <dgm:pt modelId="{F342D04F-4D11-41CC-AB66-36041A902B44}" type="par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BD0F67B1-39E4-45ED-9534-FB8F89E8EEF6}" type="sibTrans" cxnId="{0687A885-2354-4E9E-B313-4269283F0057}">
      <dgm:prSet/>
      <dgm:spPr/>
      <dgm:t>
        <a:bodyPr rtlCol="0"/>
        <a:lstStyle/>
        <a:p>
          <a:pPr rtl="0"/>
          <a:endParaRPr lang="en-US"/>
        </a:p>
      </dgm:t>
    </dgm:pt>
    <dgm:pt modelId="{33BF0E2A-2B00-40A5-832E-FC800DCA5982}">
      <dgm:prSet phldrT="[Text]"/>
      <dgm:spPr/>
      <dgm:t>
        <a:bodyPr rtlCol="0"/>
        <a:lstStyle/>
        <a:p>
          <a:pPr algn="l" rtl="0"/>
          <a:r>
            <a:rPr lang="en-US" b="1"/>
            <a:t>            Anthony Krings</a:t>
          </a:r>
          <a:br>
            <a:rPr lang="en-US" b="1"/>
          </a:br>
          <a:r>
            <a:rPr lang="en-US" b="1"/>
            <a:t>                   Damien Leviez</a:t>
          </a:r>
          <a:endParaRPr lang="fr-FR" b="1" noProof="0"/>
        </a:p>
      </dgm:t>
    </dgm:pt>
    <dgm:pt modelId="{F8C31ED9-A2C0-4A09-A419-0AE9A44BB8DF}" type="par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E373698D-1356-47A7-A591-B72BFE77C3D1}" type="sibTrans" cxnId="{B522739A-4DEE-43CF-9357-A84EF1EEE7ED}">
      <dgm:prSet/>
      <dgm:spPr/>
      <dgm:t>
        <a:bodyPr rtlCol="0"/>
        <a:lstStyle/>
        <a:p>
          <a:pPr rtl="0"/>
          <a:endParaRPr lang="en-US"/>
        </a:p>
      </dgm:t>
    </dgm:pt>
    <dgm:pt modelId="{F7CED298-1605-4B60-9FC8-0A4C25C5AA00}">
      <dgm:prSet phldrT="[Text]"/>
      <dgm:spPr/>
      <dgm:t>
        <a:bodyPr rtlCol="0"/>
        <a:lstStyle/>
        <a:p>
          <a:pPr rtl="0"/>
          <a:r>
            <a:rPr lang="en-US"/>
            <a:t>3D Printing</a:t>
          </a:r>
          <a:endParaRPr lang="fr-FR" noProof="0"/>
        </a:p>
      </dgm:t>
    </dgm:pt>
    <dgm:pt modelId="{618E2D9E-4CAE-48D5-9A0F-94DAE74A2D69}" type="par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1009FF03-5F93-449C-AF20-55447EEE50AB}" type="sibTrans" cxnId="{206D6826-92C5-4EEE-A28E-254E966FF0A0}">
      <dgm:prSet/>
      <dgm:spPr/>
      <dgm:t>
        <a:bodyPr rtlCol="0"/>
        <a:lstStyle/>
        <a:p>
          <a:pPr rtl="0"/>
          <a:endParaRPr lang="en-US"/>
        </a:p>
      </dgm:t>
    </dgm:pt>
    <dgm:pt modelId="{038F6A6A-232A-44A4-9628-ADFA8F068F81}">
      <dgm:prSet phldrT="[Text]"/>
      <dgm:spPr>
        <a:solidFill>
          <a:schemeClr val="accent2"/>
        </a:solidFill>
      </dgm:spPr>
      <dgm:t>
        <a:bodyPr rtlCol="0"/>
        <a:lstStyle/>
        <a:p>
          <a:pPr rtl="0"/>
          <a:r>
            <a:rPr lang="en-US" dirty="0"/>
            <a:t>Closing of flaps</a:t>
          </a:r>
          <a:endParaRPr lang="fr-FR" noProof="0" dirty="0"/>
        </a:p>
      </dgm:t>
    </dgm:pt>
    <dgm:pt modelId="{403B4542-B2F8-496D-BBEA-3A684B1106F9}" type="par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ABE7D012-6867-48DA-AF76-FDB8ECBB944D}" type="sibTrans" cxnId="{0DC50B81-769A-4AC7-8C73-8EF8D8334AA1}">
      <dgm:prSet/>
      <dgm:spPr/>
      <dgm:t>
        <a:bodyPr rtlCol="0"/>
        <a:lstStyle/>
        <a:p>
          <a:pPr rtl="0"/>
          <a:endParaRPr lang="en-US"/>
        </a:p>
      </dgm:t>
    </dgm:pt>
    <dgm:pt modelId="{CF1C6313-4564-47A5-B9C0-92FA7E595ECA}">
      <dgm:prSet phldrT="[Text]"/>
      <dgm:spPr>
        <a:solidFill>
          <a:schemeClr val="accent2"/>
        </a:solidFill>
      </dgm:spPr>
      <dgm:t>
        <a:bodyPr rtlCol="0"/>
        <a:lstStyle/>
        <a:p>
          <a:pPr rtl="0"/>
          <a:r>
            <a:rPr lang="en-US" dirty="0"/>
            <a:t>Color balls sorter</a:t>
          </a:r>
          <a:endParaRPr lang="fr-FR" noProof="0" dirty="0"/>
        </a:p>
      </dgm:t>
    </dgm:pt>
    <dgm:pt modelId="{820232E2-4B6C-4C36-8218-BC4137C7A74B}" type="parTrans" cxnId="{EE353A53-3E39-460D-9CF4-CB0F5F19B2E6}">
      <dgm:prSet/>
      <dgm:spPr/>
      <dgm:t>
        <a:bodyPr/>
        <a:lstStyle/>
        <a:p>
          <a:endParaRPr lang="fr-FR"/>
        </a:p>
      </dgm:t>
    </dgm:pt>
    <dgm:pt modelId="{45530CC9-58B9-45F1-B167-C396CCA16C2C}" type="sibTrans" cxnId="{EE353A53-3E39-460D-9CF4-CB0F5F19B2E6}">
      <dgm:prSet/>
      <dgm:spPr/>
      <dgm:t>
        <a:bodyPr/>
        <a:lstStyle/>
        <a:p>
          <a:endParaRPr lang="fr-FR"/>
        </a:p>
      </dgm:t>
    </dgm:pt>
    <dgm:pt modelId="{A829D4F7-DB8E-4705-94E3-D00EA1D947F6}">
      <dgm:prSet phldrT="[Text]"/>
      <dgm:spPr/>
      <dgm:t>
        <a:bodyPr rtlCol="0"/>
        <a:lstStyle/>
        <a:p>
          <a:pPr algn="l" rtl="0"/>
          <a:r>
            <a:rPr lang="en-US" b="1"/>
            <a:t>            Adrien Mojika</a:t>
          </a:r>
          <a:br>
            <a:rPr lang="en-US" b="1"/>
          </a:br>
          <a:r>
            <a:rPr lang="en-US" b="1"/>
            <a:t>                    Nicolas Court </a:t>
          </a:r>
          <a:br>
            <a:rPr lang="en-US" b="1"/>
          </a:br>
          <a:r>
            <a:rPr lang="en-US" b="1"/>
            <a:t>                          Mélanie Brulc</a:t>
          </a:r>
          <a:endParaRPr lang="fr-FR" b="1" noProof="0"/>
        </a:p>
      </dgm:t>
    </dgm:pt>
    <dgm:pt modelId="{3B4413FE-A1AB-426B-8D68-B972BF63B87F}" type="parTrans" cxnId="{205886E4-9719-4502-BC93-E2E50A8A1277}">
      <dgm:prSet/>
      <dgm:spPr/>
      <dgm:t>
        <a:bodyPr/>
        <a:lstStyle/>
        <a:p>
          <a:endParaRPr lang="fr-FR"/>
        </a:p>
      </dgm:t>
    </dgm:pt>
    <dgm:pt modelId="{3B3623E1-B364-4363-879A-8C91DF89F7B0}" type="sibTrans" cxnId="{205886E4-9719-4502-BC93-E2E50A8A1277}">
      <dgm:prSet/>
      <dgm:spPr/>
      <dgm:t>
        <a:bodyPr/>
        <a:lstStyle/>
        <a:p>
          <a:endParaRPr lang="fr-FR"/>
        </a:p>
      </dgm:t>
    </dgm:pt>
    <dgm:pt modelId="{27B64584-E414-41C2-8644-54D2836A3E38}">
      <dgm:prSet phldrT="[Text]"/>
      <dgm:spPr/>
      <dgm:t>
        <a:bodyPr/>
        <a:lstStyle/>
        <a:p>
          <a:pPr rtl="0"/>
          <a:r>
            <a:rPr lang="en-US"/>
            <a:t>Labview code</a:t>
          </a:r>
          <a:endParaRPr lang="fr-FR" noProof="0"/>
        </a:p>
      </dgm:t>
    </dgm:pt>
    <dgm:pt modelId="{A1B4AE7C-96A7-42D5-A3A9-DCE288B1E396}" type="parTrans" cxnId="{B7976AAE-41E1-4F15-BB5B-5DFC06A7683D}">
      <dgm:prSet/>
      <dgm:spPr/>
      <dgm:t>
        <a:bodyPr/>
        <a:lstStyle/>
        <a:p>
          <a:endParaRPr lang="fr-FR"/>
        </a:p>
      </dgm:t>
    </dgm:pt>
    <dgm:pt modelId="{C80FA38A-FE0C-4C2A-854C-F0F5E8914E5E}" type="sibTrans" cxnId="{B7976AAE-41E1-4F15-BB5B-5DFC06A7683D}">
      <dgm:prSet/>
      <dgm:spPr/>
      <dgm:t>
        <a:bodyPr/>
        <a:lstStyle/>
        <a:p>
          <a:endParaRPr lang="fr-FR"/>
        </a:p>
      </dgm:t>
    </dgm:pt>
    <dgm:pt modelId="{0FA3D139-B9ED-41B0-9DF9-3323698A6318}">
      <dgm:prSet phldrT="[Text]"/>
      <dgm:spPr/>
      <dgm:t>
        <a:bodyPr/>
        <a:lstStyle/>
        <a:p>
          <a:pPr rtl="0"/>
          <a:r>
            <a:rPr lang="en-US"/>
            <a:t>Assembling model</a:t>
          </a:r>
          <a:endParaRPr lang="fr-FR" noProof="0"/>
        </a:p>
      </dgm:t>
    </dgm:pt>
    <dgm:pt modelId="{330B3D74-5CF1-43C7-A17A-22F450057C63}" type="parTrans" cxnId="{37D1CB08-1800-47A6-A88E-AD6CB2F69DEE}">
      <dgm:prSet/>
      <dgm:spPr/>
      <dgm:t>
        <a:bodyPr/>
        <a:lstStyle/>
        <a:p>
          <a:endParaRPr lang="fr-FR"/>
        </a:p>
      </dgm:t>
    </dgm:pt>
    <dgm:pt modelId="{B84C006A-998E-4D97-AB43-8C0EFE7BAB7F}" type="sibTrans" cxnId="{37D1CB08-1800-47A6-A88E-AD6CB2F69DEE}">
      <dgm:prSet/>
      <dgm:spPr/>
      <dgm:t>
        <a:bodyPr/>
        <a:lstStyle/>
        <a:p>
          <a:endParaRPr lang="fr-FR"/>
        </a:p>
      </dgm:t>
    </dgm:pt>
    <dgm:pt modelId="{3434A807-DC28-4E70-89EF-B7271BEE3AA2}">
      <dgm:prSet phldrT="[Text]"/>
      <dgm:spPr/>
      <dgm:t>
        <a:bodyPr rtlCol="0"/>
        <a:lstStyle/>
        <a:p>
          <a:pPr algn="l" rtl="0"/>
          <a:r>
            <a:rPr lang="en-US" b="1"/>
            <a:t>           Adrien Mojika</a:t>
          </a:r>
          <a:br>
            <a:rPr lang="en-US" b="1"/>
          </a:br>
          <a:r>
            <a:rPr lang="en-US" b="1"/>
            <a:t>                 Nicolas Court </a:t>
          </a:r>
          <a:br>
            <a:rPr lang="en-US" b="1"/>
          </a:br>
          <a:r>
            <a:rPr lang="en-US" b="1"/>
            <a:t>                       Mélanie Brulc</a:t>
          </a:r>
          <a:endParaRPr lang="fr-FR" b="1" noProof="0"/>
        </a:p>
      </dgm:t>
    </dgm:pt>
    <dgm:pt modelId="{124C5332-837C-441F-B2C5-D233373E825B}" type="parTrans" cxnId="{4CE88C92-A03E-449B-932C-182FC695B78B}">
      <dgm:prSet/>
      <dgm:spPr/>
      <dgm:t>
        <a:bodyPr/>
        <a:lstStyle/>
        <a:p>
          <a:endParaRPr lang="fr-FR"/>
        </a:p>
      </dgm:t>
    </dgm:pt>
    <dgm:pt modelId="{DFF31695-D6B4-469F-8F60-150F96BF4923}" type="sibTrans" cxnId="{4CE88C92-A03E-449B-932C-182FC695B78B}">
      <dgm:prSet/>
      <dgm:spPr/>
      <dgm:t>
        <a:bodyPr/>
        <a:lstStyle/>
        <a:p>
          <a:endParaRPr lang="fr-FR"/>
        </a:p>
      </dgm:t>
    </dgm:pt>
    <dgm:pt modelId="{18C9CCEF-9A3D-430F-A19C-58ADE4E609C5}">
      <dgm:prSet phldrT="[Text]"/>
      <dgm:spPr/>
      <dgm:t>
        <a:bodyPr/>
        <a:lstStyle/>
        <a:p>
          <a:pPr rtl="0"/>
          <a:r>
            <a:rPr lang="en-US"/>
            <a:t>SolidWorks Prototyping</a:t>
          </a:r>
          <a:endParaRPr lang="fr-FR" noProof="0"/>
        </a:p>
      </dgm:t>
    </dgm:pt>
    <dgm:pt modelId="{003BAA64-1587-48CE-AB10-8552FB56F7AE}" type="parTrans" cxnId="{D45B1EA3-8133-40E0-9FD4-BD0D5421D4E3}">
      <dgm:prSet/>
      <dgm:spPr/>
      <dgm:t>
        <a:bodyPr/>
        <a:lstStyle/>
        <a:p>
          <a:endParaRPr lang="fr-FR"/>
        </a:p>
      </dgm:t>
    </dgm:pt>
    <dgm:pt modelId="{959F1DEB-B53B-4BBD-9E8F-00D2257995F7}" type="sibTrans" cxnId="{D45B1EA3-8133-40E0-9FD4-BD0D5421D4E3}">
      <dgm:prSet/>
      <dgm:spPr/>
      <dgm:t>
        <a:bodyPr/>
        <a:lstStyle/>
        <a:p>
          <a:endParaRPr lang="fr-FR"/>
        </a:p>
      </dgm:t>
    </dgm:pt>
    <dgm:pt modelId="{6536A804-3A8E-47DA-A099-89D430AF0029}">
      <dgm:prSet phldrT="[Text]"/>
      <dgm:spPr/>
      <dgm:t>
        <a:bodyPr/>
        <a:lstStyle/>
        <a:p>
          <a:pPr rtl="0"/>
          <a:r>
            <a:rPr lang="en-US"/>
            <a:t>3D Printing</a:t>
          </a:r>
          <a:endParaRPr lang="fr-FR" noProof="0"/>
        </a:p>
      </dgm:t>
    </dgm:pt>
    <dgm:pt modelId="{05537253-7671-4CF5-A11D-27FC86BDC977}" type="parTrans" cxnId="{EE40C900-D2BB-4152-933C-3D7442FA1C29}">
      <dgm:prSet/>
      <dgm:spPr/>
      <dgm:t>
        <a:bodyPr/>
        <a:lstStyle/>
        <a:p>
          <a:endParaRPr lang="fr-FR"/>
        </a:p>
      </dgm:t>
    </dgm:pt>
    <dgm:pt modelId="{86356297-A0A6-43B1-B130-BDF7EF424AF1}" type="sibTrans" cxnId="{EE40C900-D2BB-4152-933C-3D7442FA1C29}">
      <dgm:prSet/>
      <dgm:spPr/>
      <dgm:t>
        <a:bodyPr/>
        <a:lstStyle/>
        <a:p>
          <a:endParaRPr lang="fr-FR"/>
        </a:p>
      </dgm:t>
    </dgm:pt>
    <dgm:pt modelId="{4B3F70D1-5F30-479A-AD80-FF489AC4BA7D}">
      <dgm:prSet phldrT="[Text]"/>
      <dgm:spPr/>
      <dgm:t>
        <a:bodyPr/>
        <a:lstStyle/>
        <a:p>
          <a:pPr rtl="0"/>
          <a:r>
            <a:rPr lang="en-US"/>
            <a:t>Labview code</a:t>
          </a:r>
          <a:endParaRPr lang="fr-FR" noProof="0"/>
        </a:p>
      </dgm:t>
    </dgm:pt>
    <dgm:pt modelId="{017AC63E-421F-4261-BF43-D70FC8B22A8F}" type="parTrans" cxnId="{9205A216-FD29-478B-99BE-7D0D73CD9340}">
      <dgm:prSet/>
      <dgm:spPr/>
      <dgm:t>
        <a:bodyPr/>
        <a:lstStyle/>
        <a:p>
          <a:endParaRPr lang="fr-FR"/>
        </a:p>
      </dgm:t>
    </dgm:pt>
    <dgm:pt modelId="{7B536E85-53C2-4E0D-B246-31844C6E19B0}" type="sibTrans" cxnId="{9205A216-FD29-478B-99BE-7D0D73CD9340}">
      <dgm:prSet/>
      <dgm:spPr/>
      <dgm:t>
        <a:bodyPr/>
        <a:lstStyle/>
        <a:p>
          <a:endParaRPr lang="fr-FR"/>
        </a:p>
      </dgm:t>
    </dgm:pt>
    <dgm:pt modelId="{A1782968-1F92-4E9B-B3FA-2E220F0E2F4D}">
      <dgm:prSet phldrT="[Text]"/>
      <dgm:spPr/>
      <dgm:t>
        <a:bodyPr/>
        <a:lstStyle/>
        <a:p>
          <a:pPr rtl="0"/>
          <a:r>
            <a:rPr lang="en-US" dirty="0"/>
            <a:t>Assembling model</a:t>
          </a:r>
          <a:endParaRPr lang="fr-FR" noProof="0" dirty="0"/>
        </a:p>
      </dgm:t>
    </dgm:pt>
    <dgm:pt modelId="{73249BA6-7959-4FC0-A9D1-22B8D3AEFEA4}" type="parTrans" cxnId="{DE2BEC1E-8CF2-4656-8A88-AEB528E6A4D8}">
      <dgm:prSet/>
      <dgm:spPr/>
      <dgm:t>
        <a:bodyPr/>
        <a:lstStyle/>
        <a:p>
          <a:endParaRPr lang="fr-FR"/>
        </a:p>
      </dgm:t>
    </dgm:pt>
    <dgm:pt modelId="{8F895A41-0ECE-46EE-8812-26516BC9E36A}" type="sibTrans" cxnId="{DE2BEC1E-8CF2-4656-8A88-AEB528E6A4D8}">
      <dgm:prSet/>
      <dgm:spPr/>
      <dgm:t>
        <a:bodyPr/>
        <a:lstStyle/>
        <a:p>
          <a:endParaRPr lang="fr-FR"/>
        </a:p>
      </dgm:t>
    </dgm:pt>
    <dgm:pt modelId="{503A8ACE-7575-4C19-8B87-BC95156CCEFE}">
      <dgm:prSet phldrT="[Text]"/>
      <dgm:spPr/>
      <dgm:t>
        <a:bodyPr/>
        <a:lstStyle/>
        <a:p>
          <a:pPr rtl="0"/>
          <a:r>
            <a:rPr lang="en-US"/>
            <a:t>Labview code</a:t>
          </a:r>
          <a:endParaRPr lang="fr-FR" noProof="0"/>
        </a:p>
      </dgm:t>
    </dgm:pt>
    <dgm:pt modelId="{81AFEFE6-3E9C-4A74-BEC8-64BFE7E61894}" type="parTrans" cxnId="{6B93B9DC-C548-459C-9E78-9865EA3C7646}">
      <dgm:prSet/>
      <dgm:spPr/>
      <dgm:t>
        <a:bodyPr/>
        <a:lstStyle/>
        <a:p>
          <a:endParaRPr lang="fr-FR"/>
        </a:p>
      </dgm:t>
    </dgm:pt>
    <dgm:pt modelId="{BE884E99-6EA4-4F3B-9934-9AC0AD3FC34D}" type="sibTrans" cxnId="{6B93B9DC-C548-459C-9E78-9865EA3C7646}">
      <dgm:prSet/>
      <dgm:spPr/>
      <dgm:t>
        <a:bodyPr/>
        <a:lstStyle/>
        <a:p>
          <a:endParaRPr lang="fr-FR"/>
        </a:p>
      </dgm:t>
    </dgm:pt>
    <dgm:pt modelId="{6536CD34-76AD-4865-AD92-C77C03AEF843}">
      <dgm:prSet phldrT="[Text]"/>
      <dgm:spPr/>
      <dgm:t>
        <a:bodyPr/>
        <a:lstStyle/>
        <a:p>
          <a:pPr rtl="0"/>
          <a:r>
            <a:rPr lang="en-US"/>
            <a:t>SolidWorks Prototyping</a:t>
          </a:r>
          <a:endParaRPr lang="fr-FR" noProof="0"/>
        </a:p>
      </dgm:t>
    </dgm:pt>
    <dgm:pt modelId="{88A22BD0-DDA4-4108-96F9-6C75D94AE009}" type="parTrans" cxnId="{4242171B-6549-4C35-991D-770FE09DDEFD}">
      <dgm:prSet/>
      <dgm:spPr/>
      <dgm:t>
        <a:bodyPr/>
        <a:lstStyle/>
        <a:p>
          <a:endParaRPr lang="fr-FR"/>
        </a:p>
      </dgm:t>
    </dgm:pt>
    <dgm:pt modelId="{F44E015F-CEA4-4C8C-9ECE-CD6206F0DF56}" type="sibTrans" cxnId="{4242171B-6549-4C35-991D-770FE09DDEFD}">
      <dgm:prSet/>
      <dgm:spPr/>
      <dgm:t>
        <a:bodyPr/>
        <a:lstStyle/>
        <a:p>
          <a:endParaRPr lang="fr-FR"/>
        </a:p>
      </dgm:t>
    </dgm:pt>
    <dgm:pt modelId="{D9A4E7A5-AD5F-4648-9E03-3FDDCF2AE44A}">
      <dgm:prSet phldrT="[Text]"/>
      <dgm:spPr/>
      <dgm:t>
        <a:bodyPr/>
        <a:lstStyle/>
        <a:p>
          <a:pPr rtl="0"/>
          <a:r>
            <a:rPr lang="en-US"/>
            <a:t>3D Printing</a:t>
          </a:r>
          <a:endParaRPr lang="fr-FR" noProof="0"/>
        </a:p>
      </dgm:t>
    </dgm:pt>
    <dgm:pt modelId="{317D7AE5-D765-48CF-A76B-017A7DFF609C}" type="parTrans" cxnId="{B00B91AB-BF06-44D4-9AE3-1B57A8D6890E}">
      <dgm:prSet/>
      <dgm:spPr/>
      <dgm:t>
        <a:bodyPr/>
        <a:lstStyle/>
        <a:p>
          <a:endParaRPr lang="fr-FR"/>
        </a:p>
      </dgm:t>
    </dgm:pt>
    <dgm:pt modelId="{318F7628-F3FF-49E6-9567-D817985E4338}" type="sibTrans" cxnId="{B00B91AB-BF06-44D4-9AE3-1B57A8D6890E}">
      <dgm:prSet/>
      <dgm:spPr/>
      <dgm:t>
        <a:bodyPr/>
        <a:lstStyle/>
        <a:p>
          <a:endParaRPr lang="fr-FR"/>
        </a:p>
      </dgm:t>
    </dgm:pt>
    <dgm:pt modelId="{B586B1F5-1875-41DA-92B6-3C757BDBD3F6}">
      <dgm:prSet phldrT="[Text]"/>
      <dgm:spPr/>
      <dgm:t>
        <a:bodyPr rtlCol="0"/>
        <a:lstStyle/>
        <a:p>
          <a:pPr rtl="0"/>
          <a:r>
            <a:rPr lang="en-US"/>
            <a:t>SolidWorks Prototyping</a:t>
          </a:r>
          <a:endParaRPr lang="fr-FR" noProof="0"/>
        </a:p>
      </dgm:t>
    </dgm:pt>
    <dgm:pt modelId="{9D1A8061-5510-4D7E-8EB8-3A1A0246986D}" type="parTrans" cxnId="{30B31F9A-1B38-44D5-8FA6-756E9C156CCC}">
      <dgm:prSet/>
      <dgm:spPr/>
      <dgm:t>
        <a:bodyPr/>
        <a:lstStyle/>
        <a:p>
          <a:endParaRPr lang="fr-FR"/>
        </a:p>
      </dgm:t>
    </dgm:pt>
    <dgm:pt modelId="{1BC9198F-2E37-4C5A-B2CE-D16F2774CC0F}" type="sibTrans" cxnId="{30B31F9A-1B38-44D5-8FA6-756E9C156CCC}">
      <dgm:prSet/>
      <dgm:spPr/>
      <dgm:t>
        <a:bodyPr/>
        <a:lstStyle/>
        <a:p>
          <a:endParaRPr lang="fr-FR"/>
        </a:p>
      </dgm:t>
    </dgm:pt>
    <dgm:pt modelId="{22D8E0AF-322E-4A8E-BC3C-6E9E9A51F58F}" type="pres">
      <dgm:prSet presAssocID="{C53CC6D8-DEFC-45FD-8207-E1ECCC27EA85}" presName="Name0" presStyleCnt="0">
        <dgm:presLayoutVars>
          <dgm:dir/>
          <dgm:animLvl val="lvl"/>
          <dgm:resizeHandles val="exact"/>
        </dgm:presLayoutVars>
      </dgm:prSet>
      <dgm:spPr/>
    </dgm:pt>
    <dgm:pt modelId="{B1443ED3-5E34-456D-8CD9-88B600EDA95F}" type="pres">
      <dgm:prSet presAssocID="{516A4DDC-76BD-494E-B503-625555CCBC4A}" presName="vertFlow" presStyleCnt="0"/>
      <dgm:spPr/>
    </dgm:pt>
    <dgm:pt modelId="{9BBCF6CE-E750-48B6-B333-305BBB100737}" type="pres">
      <dgm:prSet presAssocID="{516A4DDC-76BD-494E-B503-625555CCBC4A}" presName="header" presStyleLbl="node1" presStyleIdx="0" presStyleCnt="4"/>
      <dgm:spPr/>
    </dgm:pt>
    <dgm:pt modelId="{1B1F80F4-E9A5-4A99-A630-6548067B7CB5}" type="pres">
      <dgm:prSet presAssocID="{995C4470-49EF-4BD9-B00A-AD612181AB58}" presName="parTrans" presStyleLbl="sibTrans2D1" presStyleIdx="0" presStyleCnt="15"/>
      <dgm:spPr/>
    </dgm:pt>
    <dgm:pt modelId="{85447532-8740-4202-B6A5-AE63748B9291}" type="pres">
      <dgm:prSet presAssocID="{CD410504-9F7F-47AE-B46E-CE985680360F}" presName="child" presStyleLbl="alignAccFollowNode1" presStyleIdx="0" presStyleCnt="15">
        <dgm:presLayoutVars>
          <dgm:chMax val="0"/>
          <dgm:bulletEnabled val="1"/>
        </dgm:presLayoutVars>
      </dgm:prSet>
      <dgm:spPr/>
    </dgm:pt>
    <dgm:pt modelId="{7CAEA63C-96B5-40D4-900F-409598FDB0C1}" type="pres">
      <dgm:prSet presAssocID="{2B847D36-6E88-4DD3-AABD-579C99426233}" presName="sibTrans" presStyleLbl="sibTrans2D1" presStyleIdx="1" presStyleCnt="15"/>
      <dgm:spPr/>
    </dgm:pt>
    <dgm:pt modelId="{CA94FD3C-361C-4BBA-9D35-DA0638728D90}" type="pres">
      <dgm:prSet presAssocID="{B586B1F5-1875-41DA-92B6-3C757BDBD3F6}" presName="child" presStyleLbl="alignAccFollowNode1" presStyleIdx="1" presStyleCnt="15">
        <dgm:presLayoutVars>
          <dgm:chMax val="0"/>
          <dgm:bulletEnabled val="1"/>
        </dgm:presLayoutVars>
      </dgm:prSet>
      <dgm:spPr/>
    </dgm:pt>
    <dgm:pt modelId="{C089F077-E607-4ACF-857A-DA240D50AEDF}" type="pres">
      <dgm:prSet presAssocID="{1BC9198F-2E37-4C5A-B2CE-D16F2774CC0F}" presName="sibTrans" presStyleLbl="sibTrans2D1" presStyleIdx="2" presStyleCnt="15"/>
      <dgm:spPr/>
    </dgm:pt>
    <dgm:pt modelId="{9A5E1799-26FB-4959-97AA-0FCC22761318}" type="pres">
      <dgm:prSet presAssocID="{F7CED298-1605-4B60-9FC8-0A4C25C5AA00}" presName="child" presStyleLbl="alignAccFollowNode1" presStyleIdx="2" presStyleCnt="15">
        <dgm:presLayoutVars>
          <dgm:chMax val="0"/>
          <dgm:bulletEnabled val="1"/>
        </dgm:presLayoutVars>
      </dgm:prSet>
      <dgm:spPr/>
    </dgm:pt>
    <dgm:pt modelId="{A904F003-CAB1-4563-8414-4B74FADF400E}" type="pres">
      <dgm:prSet presAssocID="{1009FF03-5F93-449C-AF20-55447EEE50AB}" presName="sibTrans" presStyleLbl="sibTrans2D1" presStyleIdx="3" presStyleCnt="15"/>
      <dgm:spPr/>
    </dgm:pt>
    <dgm:pt modelId="{6B6E41AD-1A96-4393-A689-4DB014FF4328}" type="pres">
      <dgm:prSet presAssocID="{27B64584-E414-41C2-8644-54D2836A3E38}" presName="child" presStyleLbl="alignAccFollowNode1" presStyleIdx="3" presStyleCnt="15">
        <dgm:presLayoutVars>
          <dgm:chMax val="0"/>
          <dgm:bulletEnabled val="1"/>
        </dgm:presLayoutVars>
      </dgm:prSet>
      <dgm:spPr/>
    </dgm:pt>
    <dgm:pt modelId="{38AD3379-DC98-4E6C-9597-978C4E216103}" type="pres">
      <dgm:prSet presAssocID="{C80FA38A-FE0C-4C2A-854C-F0F5E8914E5E}" presName="sibTrans" presStyleLbl="sibTrans2D1" presStyleIdx="4" presStyleCnt="15"/>
      <dgm:spPr/>
    </dgm:pt>
    <dgm:pt modelId="{274AF662-EE55-4900-AD2E-C1DA6E3830F3}" type="pres">
      <dgm:prSet presAssocID="{0FA3D139-B9ED-41B0-9DF9-3323698A6318}" presName="child" presStyleLbl="alignAccFollowNode1" presStyleIdx="4" presStyleCnt="15">
        <dgm:presLayoutVars>
          <dgm:chMax val="0"/>
          <dgm:bulletEnabled val="1"/>
        </dgm:presLayoutVars>
      </dgm:prSet>
      <dgm:spPr/>
    </dgm:pt>
    <dgm:pt modelId="{8F2F3A22-7A2A-4EE4-9C5B-70F6E89B9064}" type="pres">
      <dgm:prSet presAssocID="{516A4DDC-76BD-494E-B503-625555CCBC4A}" presName="hSp" presStyleCnt="0"/>
      <dgm:spPr/>
    </dgm:pt>
    <dgm:pt modelId="{C64F4C64-9C19-489C-89DE-2782A0EBED4F}" type="pres">
      <dgm:prSet presAssocID="{CF1C6313-4564-47A5-B9C0-92FA7E595ECA}" presName="vertFlow" presStyleCnt="0"/>
      <dgm:spPr/>
    </dgm:pt>
    <dgm:pt modelId="{E9381F77-A434-4268-8491-4E0BF2496F77}" type="pres">
      <dgm:prSet presAssocID="{CF1C6313-4564-47A5-B9C0-92FA7E595ECA}" presName="header" presStyleLbl="node1" presStyleIdx="1" presStyleCnt="4"/>
      <dgm:spPr/>
    </dgm:pt>
    <dgm:pt modelId="{DD00C8CD-401F-4BD0-911C-F2283C953D22}" type="pres">
      <dgm:prSet presAssocID="{124C5332-837C-441F-B2C5-D233373E825B}" presName="parTrans" presStyleLbl="sibTrans2D1" presStyleIdx="5" presStyleCnt="15"/>
      <dgm:spPr/>
    </dgm:pt>
    <dgm:pt modelId="{CC7D114B-A6B8-4682-8ED6-564950128EAF}" type="pres">
      <dgm:prSet presAssocID="{3434A807-DC28-4E70-89EF-B7271BEE3AA2}" presName="child" presStyleLbl="alignAccFollowNode1" presStyleIdx="5" presStyleCnt="15">
        <dgm:presLayoutVars>
          <dgm:chMax val="0"/>
          <dgm:bulletEnabled val="1"/>
        </dgm:presLayoutVars>
      </dgm:prSet>
      <dgm:spPr/>
    </dgm:pt>
    <dgm:pt modelId="{952D141E-0AC3-4EF9-8243-F8584B5EA9C9}" type="pres">
      <dgm:prSet presAssocID="{DFF31695-D6B4-469F-8F60-150F96BF4923}" presName="sibTrans" presStyleLbl="sibTrans2D1" presStyleIdx="6" presStyleCnt="15"/>
      <dgm:spPr/>
    </dgm:pt>
    <dgm:pt modelId="{08725F1C-D650-4B6E-859B-07F55ADA59F7}" type="pres">
      <dgm:prSet presAssocID="{18C9CCEF-9A3D-430F-A19C-58ADE4E609C5}" presName="child" presStyleLbl="alignAccFollowNode1" presStyleIdx="6" presStyleCnt="15">
        <dgm:presLayoutVars>
          <dgm:chMax val="0"/>
          <dgm:bulletEnabled val="1"/>
        </dgm:presLayoutVars>
      </dgm:prSet>
      <dgm:spPr/>
    </dgm:pt>
    <dgm:pt modelId="{251ABF3F-412E-480A-86D9-3C2DF9BBAFDD}" type="pres">
      <dgm:prSet presAssocID="{959F1DEB-B53B-4BBD-9E8F-00D2257995F7}" presName="sibTrans" presStyleLbl="sibTrans2D1" presStyleIdx="7" presStyleCnt="15"/>
      <dgm:spPr/>
    </dgm:pt>
    <dgm:pt modelId="{5AC734BE-2FFF-4839-B33E-3C376891D8F7}" type="pres">
      <dgm:prSet presAssocID="{6536A804-3A8E-47DA-A099-89D430AF0029}" presName="child" presStyleLbl="alignAccFollowNode1" presStyleIdx="7" presStyleCnt="15">
        <dgm:presLayoutVars>
          <dgm:chMax val="0"/>
          <dgm:bulletEnabled val="1"/>
        </dgm:presLayoutVars>
      </dgm:prSet>
      <dgm:spPr/>
    </dgm:pt>
    <dgm:pt modelId="{B0D27BCA-7BAE-48DD-9D50-347DD182D38C}" type="pres">
      <dgm:prSet presAssocID="{86356297-A0A6-43B1-B130-BDF7EF424AF1}" presName="sibTrans" presStyleLbl="sibTrans2D1" presStyleIdx="8" presStyleCnt="15"/>
      <dgm:spPr/>
    </dgm:pt>
    <dgm:pt modelId="{8948142C-1B4F-404B-8FA0-01D572582F14}" type="pres">
      <dgm:prSet presAssocID="{4B3F70D1-5F30-479A-AD80-FF489AC4BA7D}" presName="child" presStyleLbl="alignAccFollowNode1" presStyleIdx="8" presStyleCnt="15">
        <dgm:presLayoutVars>
          <dgm:chMax val="0"/>
          <dgm:bulletEnabled val="1"/>
        </dgm:presLayoutVars>
      </dgm:prSet>
      <dgm:spPr/>
    </dgm:pt>
    <dgm:pt modelId="{90816C5B-5A07-4CFA-ADA4-8BC84CCFA89F}" type="pres">
      <dgm:prSet presAssocID="{7B536E85-53C2-4E0D-B246-31844C6E19B0}" presName="sibTrans" presStyleLbl="sibTrans2D1" presStyleIdx="9" presStyleCnt="15"/>
      <dgm:spPr/>
    </dgm:pt>
    <dgm:pt modelId="{9D2BCB0C-62D9-495C-A278-639DE32789F8}" type="pres">
      <dgm:prSet presAssocID="{A1782968-1F92-4E9B-B3FA-2E220F0E2F4D}" presName="child" presStyleLbl="alignAccFollowNode1" presStyleIdx="9" presStyleCnt="15">
        <dgm:presLayoutVars>
          <dgm:chMax val="0"/>
          <dgm:bulletEnabled val="1"/>
        </dgm:presLayoutVars>
      </dgm:prSet>
      <dgm:spPr/>
    </dgm:pt>
    <dgm:pt modelId="{5638024E-437B-4E4D-AFA6-6E4F8A5E6309}" type="pres">
      <dgm:prSet presAssocID="{CF1C6313-4564-47A5-B9C0-92FA7E595ECA}" presName="hSp" presStyleCnt="0"/>
      <dgm:spPr/>
    </dgm:pt>
    <dgm:pt modelId="{CF5CA60B-6F87-4396-860D-89FB2D6EA0A5}" type="pres">
      <dgm:prSet presAssocID="{5CBEC7DD-A25D-4956-9A65-6EA385F6FCB5}" presName="vertFlow" presStyleCnt="0"/>
      <dgm:spPr/>
    </dgm:pt>
    <dgm:pt modelId="{29BD7540-A2BB-42DD-AA97-F27941F79F18}" type="pres">
      <dgm:prSet presAssocID="{5CBEC7DD-A25D-4956-9A65-6EA385F6FCB5}" presName="header" presStyleLbl="node1" presStyleIdx="2" presStyleCnt="4"/>
      <dgm:spPr/>
    </dgm:pt>
    <dgm:pt modelId="{31B413C7-910B-47E7-88C3-160DB10D00F1}" type="pres">
      <dgm:prSet presAssocID="{F8C31ED9-A2C0-4A09-A419-0AE9A44BB8DF}" presName="parTrans" presStyleLbl="sibTrans2D1" presStyleIdx="10" presStyleCnt="15"/>
      <dgm:spPr/>
    </dgm:pt>
    <dgm:pt modelId="{73DBFA1A-3823-4209-9CD6-DBDD456F39FB}" type="pres">
      <dgm:prSet presAssocID="{33BF0E2A-2B00-40A5-832E-FC800DCA5982}" presName="child" presStyleLbl="alignAccFollowNode1" presStyleIdx="10" presStyleCnt="15">
        <dgm:presLayoutVars>
          <dgm:chMax val="0"/>
          <dgm:bulletEnabled val="1"/>
        </dgm:presLayoutVars>
      </dgm:prSet>
      <dgm:spPr/>
    </dgm:pt>
    <dgm:pt modelId="{E7F7C4A8-2F3A-49BA-B2E4-CF48FCA5D8D8}" type="pres">
      <dgm:prSet presAssocID="{E373698D-1356-47A7-A591-B72BFE77C3D1}" presName="sibTrans" presStyleLbl="sibTrans2D1" presStyleIdx="11" presStyleCnt="15"/>
      <dgm:spPr/>
    </dgm:pt>
    <dgm:pt modelId="{5FC48671-9963-4D19-B9E6-9EC4F41AD37F}" type="pres">
      <dgm:prSet presAssocID="{503A8ACE-7575-4C19-8B87-BC95156CCEFE}" presName="child" presStyleLbl="alignAccFollowNode1" presStyleIdx="11" presStyleCnt="15">
        <dgm:presLayoutVars>
          <dgm:chMax val="0"/>
          <dgm:bulletEnabled val="1"/>
        </dgm:presLayoutVars>
      </dgm:prSet>
      <dgm:spPr/>
    </dgm:pt>
    <dgm:pt modelId="{CA52810F-4E5D-4506-B135-E8FE03F4101C}" type="pres">
      <dgm:prSet presAssocID="{5CBEC7DD-A25D-4956-9A65-6EA385F6FCB5}" presName="hSp" presStyleCnt="0"/>
      <dgm:spPr/>
    </dgm:pt>
    <dgm:pt modelId="{31C1B190-5EDB-49F9-A3E8-78520790254D}" type="pres">
      <dgm:prSet presAssocID="{038F6A6A-232A-44A4-9628-ADFA8F068F81}" presName="vertFlow" presStyleCnt="0"/>
      <dgm:spPr/>
    </dgm:pt>
    <dgm:pt modelId="{449405C7-5CE1-47AE-B3E3-49A4FFAD23B4}" type="pres">
      <dgm:prSet presAssocID="{038F6A6A-232A-44A4-9628-ADFA8F068F81}" presName="header" presStyleLbl="node1" presStyleIdx="3" presStyleCnt="4"/>
      <dgm:spPr/>
    </dgm:pt>
    <dgm:pt modelId="{80E7ED24-73E7-49DB-89D8-675EBBF65667}" type="pres">
      <dgm:prSet presAssocID="{3B4413FE-A1AB-426B-8D68-B972BF63B87F}" presName="parTrans" presStyleLbl="sibTrans2D1" presStyleIdx="12" presStyleCnt="15"/>
      <dgm:spPr/>
    </dgm:pt>
    <dgm:pt modelId="{226464CE-15BF-4776-8286-E85D1A4D736D}" type="pres">
      <dgm:prSet presAssocID="{A829D4F7-DB8E-4705-94E3-D00EA1D947F6}" presName="child" presStyleLbl="alignAccFollowNode1" presStyleIdx="12" presStyleCnt="15">
        <dgm:presLayoutVars>
          <dgm:chMax val="0"/>
          <dgm:bulletEnabled val="1"/>
        </dgm:presLayoutVars>
      </dgm:prSet>
      <dgm:spPr/>
    </dgm:pt>
    <dgm:pt modelId="{A0EF812D-7540-4C5E-BD97-55D8BA4C6B1B}" type="pres">
      <dgm:prSet presAssocID="{3B3623E1-B364-4363-879A-8C91DF89F7B0}" presName="sibTrans" presStyleLbl="sibTrans2D1" presStyleIdx="13" presStyleCnt="15"/>
      <dgm:spPr/>
    </dgm:pt>
    <dgm:pt modelId="{D378FE78-6C21-4DC5-A248-A34392B1027F}" type="pres">
      <dgm:prSet presAssocID="{6536CD34-76AD-4865-AD92-C77C03AEF843}" presName="child" presStyleLbl="alignAccFollowNode1" presStyleIdx="13" presStyleCnt="15">
        <dgm:presLayoutVars>
          <dgm:chMax val="0"/>
          <dgm:bulletEnabled val="1"/>
        </dgm:presLayoutVars>
      </dgm:prSet>
      <dgm:spPr/>
    </dgm:pt>
    <dgm:pt modelId="{BD90908C-7340-4BD3-9F41-95943201BF15}" type="pres">
      <dgm:prSet presAssocID="{F44E015F-CEA4-4C8C-9ECE-CD6206F0DF56}" presName="sibTrans" presStyleLbl="sibTrans2D1" presStyleIdx="14" presStyleCnt="15"/>
      <dgm:spPr/>
    </dgm:pt>
    <dgm:pt modelId="{527DDF7A-80A2-497F-B108-251FA25542B3}" type="pres">
      <dgm:prSet presAssocID="{D9A4E7A5-AD5F-4648-9E03-3FDDCF2AE44A}" presName="child" presStyleLbl="alignAccFollowNode1" presStyleIdx="14" presStyleCnt="15">
        <dgm:presLayoutVars>
          <dgm:chMax val="0"/>
          <dgm:bulletEnabled val="1"/>
        </dgm:presLayoutVars>
      </dgm:prSet>
      <dgm:spPr/>
    </dgm:pt>
  </dgm:ptLst>
  <dgm:cxnLst>
    <dgm:cxn modelId="{EE40C900-D2BB-4152-933C-3D7442FA1C29}" srcId="{CF1C6313-4564-47A5-B9C0-92FA7E595ECA}" destId="{6536A804-3A8E-47DA-A099-89D430AF0029}" srcOrd="2" destOrd="0" parTransId="{05537253-7671-4CF5-A11D-27FC86BDC977}" sibTransId="{86356297-A0A6-43B1-B130-BDF7EF424AF1}"/>
    <dgm:cxn modelId="{22CE8E04-80C3-4394-85C3-81F9273C3747}" type="presOf" srcId="{27B64584-E414-41C2-8644-54D2836A3E38}" destId="{6B6E41AD-1A96-4393-A689-4DB014FF4328}" srcOrd="0" destOrd="0" presId="urn:microsoft.com/office/officeart/2005/8/layout/lProcess1"/>
    <dgm:cxn modelId="{37D1CB08-1800-47A6-A88E-AD6CB2F69DEE}" srcId="{516A4DDC-76BD-494E-B503-625555CCBC4A}" destId="{0FA3D139-B9ED-41B0-9DF9-3323698A6318}" srcOrd="4" destOrd="0" parTransId="{330B3D74-5CF1-43C7-A17A-22F450057C63}" sibTransId="{B84C006A-998E-4D97-AB43-8C0EFE7BAB7F}"/>
    <dgm:cxn modelId="{EA8FEE0E-EBB9-40DF-BE5D-92948A8EB919}" type="presOf" srcId="{3434A807-DC28-4E70-89EF-B7271BEE3AA2}" destId="{CC7D114B-A6B8-4682-8ED6-564950128EAF}" srcOrd="0" destOrd="0" presId="urn:microsoft.com/office/officeart/2005/8/layout/lProcess1"/>
    <dgm:cxn modelId="{CBD1DE0F-541F-4B71-AD32-C3183B8AB9B7}" type="presOf" srcId="{503A8ACE-7575-4C19-8B87-BC95156CCEFE}" destId="{5FC48671-9963-4D19-B9E6-9EC4F41AD37F}" srcOrd="0" destOrd="0" presId="urn:microsoft.com/office/officeart/2005/8/layout/lProcess1"/>
    <dgm:cxn modelId="{741A6311-C191-4EE2-A8B2-FF291E52CAE9}" type="presOf" srcId="{A829D4F7-DB8E-4705-94E3-D00EA1D947F6}" destId="{226464CE-15BF-4776-8286-E85D1A4D736D}" srcOrd="0" destOrd="0" presId="urn:microsoft.com/office/officeart/2005/8/layout/lProcess1"/>
    <dgm:cxn modelId="{29CACF12-3399-40CC-8021-D8278150ADC7}" type="presOf" srcId="{0FA3D139-B9ED-41B0-9DF9-3323698A6318}" destId="{274AF662-EE55-4900-AD2E-C1DA6E3830F3}" srcOrd="0" destOrd="0" presId="urn:microsoft.com/office/officeart/2005/8/layout/lProcess1"/>
    <dgm:cxn modelId="{9205A216-FD29-478B-99BE-7D0D73CD9340}" srcId="{CF1C6313-4564-47A5-B9C0-92FA7E595ECA}" destId="{4B3F70D1-5F30-479A-AD80-FF489AC4BA7D}" srcOrd="3" destOrd="0" parTransId="{017AC63E-421F-4261-BF43-D70FC8B22A8F}" sibTransId="{7B536E85-53C2-4E0D-B246-31844C6E19B0}"/>
    <dgm:cxn modelId="{23EFAB17-9368-4629-8D72-0CB7CBEFB1D3}" type="presOf" srcId="{18C9CCEF-9A3D-430F-A19C-58ADE4E609C5}" destId="{08725F1C-D650-4B6E-859B-07F55ADA59F7}" srcOrd="0" destOrd="0" presId="urn:microsoft.com/office/officeart/2005/8/layout/lProcess1"/>
    <dgm:cxn modelId="{4242171B-6549-4C35-991D-770FE09DDEFD}" srcId="{038F6A6A-232A-44A4-9628-ADFA8F068F81}" destId="{6536CD34-76AD-4865-AD92-C77C03AEF843}" srcOrd="1" destOrd="0" parTransId="{88A22BD0-DDA4-4108-96F9-6C75D94AE009}" sibTransId="{F44E015F-CEA4-4C8C-9ECE-CD6206F0DF56}"/>
    <dgm:cxn modelId="{281A641B-5F1E-41A5-936A-6BE0BA9BBADC}" type="presOf" srcId="{F8C31ED9-A2C0-4A09-A419-0AE9A44BB8DF}" destId="{31B413C7-910B-47E7-88C3-160DB10D00F1}" srcOrd="0" destOrd="0" presId="urn:microsoft.com/office/officeart/2005/8/layout/lProcess1"/>
    <dgm:cxn modelId="{DE2BEC1E-8CF2-4656-8A88-AEB528E6A4D8}" srcId="{CF1C6313-4564-47A5-B9C0-92FA7E595ECA}" destId="{A1782968-1F92-4E9B-B3FA-2E220F0E2F4D}" srcOrd="4" destOrd="0" parTransId="{73249BA6-7959-4FC0-A9D1-22B8D3AEFEA4}" sibTransId="{8F895A41-0ECE-46EE-8812-26516BC9E36A}"/>
    <dgm:cxn modelId="{EFCB7A24-80A3-41FD-B47D-1AF81C7E200D}" type="presOf" srcId="{C80FA38A-FE0C-4C2A-854C-F0F5E8914E5E}" destId="{38AD3379-DC98-4E6C-9597-978C4E216103}" srcOrd="0" destOrd="0" presId="urn:microsoft.com/office/officeart/2005/8/layout/lProcess1"/>
    <dgm:cxn modelId="{206D6826-92C5-4EEE-A28E-254E966FF0A0}" srcId="{516A4DDC-76BD-494E-B503-625555CCBC4A}" destId="{F7CED298-1605-4B60-9FC8-0A4C25C5AA00}" srcOrd="2" destOrd="0" parTransId="{618E2D9E-4CAE-48D5-9A0F-94DAE74A2D69}" sibTransId="{1009FF03-5F93-449C-AF20-55447EEE50AB}"/>
    <dgm:cxn modelId="{36160B34-B78E-4BC4-BEF9-BEC2BBE3C195}" type="presOf" srcId="{3B3623E1-B364-4363-879A-8C91DF89F7B0}" destId="{A0EF812D-7540-4C5E-BD97-55D8BA4C6B1B}" srcOrd="0" destOrd="0" presId="urn:microsoft.com/office/officeart/2005/8/layout/lProcess1"/>
    <dgm:cxn modelId="{E1E7C93E-68D6-4C9A-9DE0-72F17C2C860F}" type="presOf" srcId="{4B3F70D1-5F30-479A-AD80-FF489AC4BA7D}" destId="{8948142C-1B4F-404B-8FA0-01D572582F14}" srcOrd="0" destOrd="0" presId="urn:microsoft.com/office/officeart/2005/8/layout/lProcess1"/>
    <dgm:cxn modelId="{6C781C5C-0132-497A-A523-8C44D2C4EC25}" type="presOf" srcId="{86356297-A0A6-43B1-B130-BDF7EF424AF1}" destId="{B0D27BCA-7BAE-48DD-9D50-347DD182D38C}" srcOrd="0" destOrd="0" presId="urn:microsoft.com/office/officeart/2005/8/layout/lProcess1"/>
    <dgm:cxn modelId="{18505241-494C-48C7-9F78-904A013F3E2D}" type="presOf" srcId="{D9A4E7A5-AD5F-4648-9E03-3FDDCF2AE44A}" destId="{527DDF7A-80A2-497F-B108-251FA25542B3}" srcOrd="0" destOrd="0" presId="urn:microsoft.com/office/officeart/2005/8/layout/lProcess1"/>
    <dgm:cxn modelId="{E2309462-0FD0-4F8E-8950-01F0C812BEE0}" type="presOf" srcId="{33BF0E2A-2B00-40A5-832E-FC800DCA5982}" destId="{73DBFA1A-3823-4209-9CD6-DBDD456F39FB}" srcOrd="0" destOrd="0" presId="urn:microsoft.com/office/officeart/2005/8/layout/lProcess1"/>
    <dgm:cxn modelId="{A7C26E43-A3F2-44A6-98E8-B23B99A9CF81}" type="presOf" srcId="{516A4DDC-76BD-494E-B503-625555CCBC4A}" destId="{9BBCF6CE-E750-48B6-B333-305BBB100737}" srcOrd="0" destOrd="0" presId="urn:microsoft.com/office/officeart/2005/8/layout/lProcess1"/>
    <dgm:cxn modelId="{72ECD26E-E91E-4DAE-BF76-4C83D48C6669}" type="presOf" srcId="{5CBEC7DD-A25D-4956-9A65-6EA385F6FCB5}" destId="{29BD7540-A2BB-42DD-AA97-F27941F79F18}" srcOrd="0" destOrd="0" presId="urn:microsoft.com/office/officeart/2005/8/layout/lProcess1"/>
    <dgm:cxn modelId="{48A7D86F-A5DA-4351-A8A9-9A3FDFD3AF9A}" type="presOf" srcId="{6536A804-3A8E-47DA-A099-89D430AF0029}" destId="{5AC734BE-2FFF-4839-B33E-3C376891D8F7}" srcOrd="0" destOrd="0" presId="urn:microsoft.com/office/officeart/2005/8/layout/lProcess1"/>
    <dgm:cxn modelId="{6B045370-B4FF-427A-9929-461476AAE193}" srcId="{516A4DDC-76BD-494E-B503-625555CCBC4A}" destId="{CD410504-9F7F-47AE-B46E-CE985680360F}" srcOrd="0" destOrd="0" parTransId="{995C4470-49EF-4BD9-B00A-AD612181AB58}" sibTransId="{2B847D36-6E88-4DD3-AABD-579C99426233}"/>
    <dgm:cxn modelId="{EE353A53-3E39-460D-9CF4-CB0F5F19B2E6}" srcId="{C53CC6D8-DEFC-45FD-8207-E1ECCC27EA85}" destId="{CF1C6313-4564-47A5-B9C0-92FA7E595ECA}" srcOrd="1" destOrd="0" parTransId="{820232E2-4B6C-4C36-8218-BC4137C7A74B}" sibTransId="{45530CC9-58B9-45F1-B167-C396CCA16C2C}"/>
    <dgm:cxn modelId="{7B595755-BE81-46A0-903D-004D1EF6EE33}" srcId="{C53CC6D8-DEFC-45FD-8207-E1ECCC27EA85}" destId="{516A4DDC-76BD-494E-B503-625555CCBC4A}" srcOrd="0" destOrd="0" parTransId="{133DE2D2-6278-469E-8A80-F71EA996A07A}" sibTransId="{AE4D7DCA-0B66-4207-B896-C721B2CB4C13}"/>
    <dgm:cxn modelId="{A48C3257-81DE-4059-B072-8E8AE7877065}" type="presOf" srcId="{A1782968-1F92-4E9B-B3FA-2E220F0E2F4D}" destId="{9D2BCB0C-62D9-495C-A278-639DE32789F8}" srcOrd="0" destOrd="0" presId="urn:microsoft.com/office/officeart/2005/8/layout/lProcess1"/>
    <dgm:cxn modelId="{55108659-D3A7-41D5-B20C-43211F799CCD}" type="presOf" srcId="{6536CD34-76AD-4865-AD92-C77C03AEF843}" destId="{D378FE78-6C21-4DC5-A248-A34392B1027F}" srcOrd="0" destOrd="0" presId="urn:microsoft.com/office/officeart/2005/8/layout/lProcess1"/>
    <dgm:cxn modelId="{0DC50B81-769A-4AC7-8C73-8EF8D8334AA1}" srcId="{C53CC6D8-DEFC-45FD-8207-E1ECCC27EA85}" destId="{038F6A6A-232A-44A4-9628-ADFA8F068F81}" srcOrd="3" destOrd="0" parTransId="{403B4542-B2F8-496D-BBEA-3A684B1106F9}" sibTransId="{ABE7D012-6867-48DA-AF76-FDB8ECBB944D}"/>
    <dgm:cxn modelId="{0687A885-2354-4E9E-B313-4269283F0057}" srcId="{C53CC6D8-DEFC-45FD-8207-E1ECCC27EA85}" destId="{5CBEC7DD-A25D-4956-9A65-6EA385F6FCB5}" srcOrd="2" destOrd="0" parTransId="{F342D04F-4D11-41CC-AB66-36041A902B44}" sibTransId="{BD0F67B1-39E4-45ED-9534-FB8F89E8EEF6}"/>
    <dgm:cxn modelId="{9445CC87-1AAA-4A55-8685-45E98C8EF5FE}" type="presOf" srcId="{7B536E85-53C2-4E0D-B246-31844C6E19B0}" destId="{90816C5B-5A07-4CFA-ADA4-8BC84CCFA89F}" srcOrd="0" destOrd="0" presId="urn:microsoft.com/office/officeart/2005/8/layout/lProcess1"/>
    <dgm:cxn modelId="{D6583F8A-1BBA-4039-A6C1-53ADFB8811E8}" type="presOf" srcId="{1009FF03-5F93-449C-AF20-55447EEE50AB}" destId="{A904F003-CAB1-4563-8414-4B74FADF400E}" srcOrd="0" destOrd="0" presId="urn:microsoft.com/office/officeart/2005/8/layout/lProcess1"/>
    <dgm:cxn modelId="{7C01178C-F498-4A20-970D-CC58DBCA310E}" type="presOf" srcId="{959F1DEB-B53B-4BBD-9E8F-00D2257995F7}" destId="{251ABF3F-412E-480A-86D9-3C2DF9BBAFDD}" srcOrd="0" destOrd="0" presId="urn:microsoft.com/office/officeart/2005/8/layout/lProcess1"/>
    <dgm:cxn modelId="{4CE88C92-A03E-449B-932C-182FC695B78B}" srcId="{CF1C6313-4564-47A5-B9C0-92FA7E595ECA}" destId="{3434A807-DC28-4E70-89EF-B7271BEE3AA2}" srcOrd="0" destOrd="0" parTransId="{124C5332-837C-441F-B2C5-D233373E825B}" sibTransId="{DFF31695-D6B4-469F-8F60-150F96BF4923}"/>
    <dgm:cxn modelId="{13E5E495-BED4-4BDC-9954-E0348DC75834}" type="presOf" srcId="{CF1C6313-4564-47A5-B9C0-92FA7E595ECA}" destId="{E9381F77-A434-4268-8491-4E0BF2496F77}" srcOrd="0" destOrd="0" presId="urn:microsoft.com/office/officeart/2005/8/layout/lProcess1"/>
    <dgm:cxn modelId="{30B31F9A-1B38-44D5-8FA6-756E9C156CCC}" srcId="{516A4DDC-76BD-494E-B503-625555CCBC4A}" destId="{B586B1F5-1875-41DA-92B6-3C757BDBD3F6}" srcOrd="1" destOrd="0" parTransId="{9D1A8061-5510-4D7E-8EB8-3A1A0246986D}" sibTransId="{1BC9198F-2E37-4C5A-B2CE-D16F2774CC0F}"/>
    <dgm:cxn modelId="{B522739A-4DEE-43CF-9357-A84EF1EEE7ED}" srcId="{5CBEC7DD-A25D-4956-9A65-6EA385F6FCB5}" destId="{33BF0E2A-2B00-40A5-832E-FC800DCA5982}" srcOrd="0" destOrd="0" parTransId="{F8C31ED9-A2C0-4A09-A419-0AE9A44BB8DF}" sibTransId="{E373698D-1356-47A7-A591-B72BFE77C3D1}"/>
    <dgm:cxn modelId="{DE9676A2-4811-4946-8769-9A30175D0A71}" type="presOf" srcId="{1BC9198F-2E37-4C5A-B2CE-D16F2774CC0F}" destId="{C089F077-E607-4ACF-857A-DA240D50AEDF}" srcOrd="0" destOrd="0" presId="urn:microsoft.com/office/officeart/2005/8/layout/lProcess1"/>
    <dgm:cxn modelId="{D45B1EA3-8133-40E0-9FD4-BD0D5421D4E3}" srcId="{CF1C6313-4564-47A5-B9C0-92FA7E595ECA}" destId="{18C9CCEF-9A3D-430F-A19C-58ADE4E609C5}" srcOrd="1" destOrd="0" parTransId="{003BAA64-1587-48CE-AB10-8552FB56F7AE}" sibTransId="{959F1DEB-B53B-4BBD-9E8F-00D2257995F7}"/>
    <dgm:cxn modelId="{C53F23A5-DADF-40A9-B7BF-1C6F29088625}" type="presOf" srcId="{F7CED298-1605-4B60-9FC8-0A4C25C5AA00}" destId="{9A5E1799-26FB-4959-97AA-0FCC22761318}" srcOrd="0" destOrd="0" presId="urn:microsoft.com/office/officeart/2005/8/layout/lProcess1"/>
    <dgm:cxn modelId="{7660E0A9-6B37-4CDA-B360-77F14679032F}" type="presOf" srcId="{CD410504-9F7F-47AE-B46E-CE985680360F}" destId="{85447532-8740-4202-B6A5-AE63748B9291}" srcOrd="0" destOrd="0" presId="urn:microsoft.com/office/officeart/2005/8/layout/lProcess1"/>
    <dgm:cxn modelId="{B00B91AB-BF06-44D4-9AE3-1B57A8D6890E}" srcId="{038F6A6A-232A-44A4-9628-ADFA8F068F81}" destId="{D9A4E7A5-AD5F-4648-9E03-3FDDCF2AE44A}" srcOrd="2" destOrd="0" parTransId="{317D7AE5-D765-48CF-A76B-017A7DFF609C}" sibTransId="{318F7628-F3FF-49E6-9567-D817985E4338}"/>
    <dgm:cxn modelId="{72CB5BAC-A778-476A-912D-C2F1D3D19986}" type="presOf" srcId="{B586B1F5-1875-41DA-92B6-3C757BDBD3F6}" destId="{CA94FD3C-361C-4BBA-9D35-DA0638728D90}" srcOrd="0" destOrd="0" presId="urn:microsoft.com/office/officeart/2005/8/layout/lProcess1"/>
    <dgm:cxn modelId="{B7976AAE-41E1-4F15-BB5B-5DFC06A7683D}" srcId="{516A4DDC-76BD-494E-B503-625555CCBC4A}" destId="{27B64584-E414-41C2-8644-54D2836A3E38}" srcOrd="3" destOrd="0" parTransId="{A1B4AE7C-96A7-42D5-A3A9-DCE288B1E396}" sibTransId="{C80FA38A-FE0C-4C2A-854C-F0F5E8914E5E}"/>
    <dgm:cxn modelId="{8EE955B8-1E9A-4D4C-924F-9CD29158A4EC}" type="presOf" srcId="{124C5332-837C-441F-B2C5-D233373E825B}" destId="{DD00C8CD-401F-4BD0-911C-F2283C953D22}" srcOrd="0" destOrd="0" presId="urn:microsoft.com/office/officeart/2005/8/layout/lProcess1"/>
    <dgm:cxn modelId="{10C774BF-E31D-4C35-8843-217EAE6EFE48}" type="presOf" srcId="{2B847D36-6E88-4DD3-AABD-579C99426233}" destId="{7CAEA63C-96B5-40D4-900F-409598FDB0C1}" srcOrd="0" destOrd="0" presId="urn:microsoft.com/office/officeart/2005/8/layout/lProcess1"/>
    <dgm:cxn modelId="{E7ECD7CD-0784-4FF9-AEC5-43E4939C28F8}" type="presOf" srcId="{C53CC6D8-DEFC-45FD-8207-E1ECCC27EA85}" destId="{22D8E0AF-322E-4A8E-BC3C-6E9E9A51F58F}" srcOrd="0" destOrd="0" presId="urn:microsoft.com/office/officeart/2005/8/layout/lProcess1"/>
    <dgm:cxn modelId="{06F952D5-5EB5-4B69-B4D5-830503A0C8F9}" type="presOf" srcId="{DFF31695-D6B4-469F-8F60-150F96BF4923}" destId="{952D141E-0AC3-4EF9-8243-F8584B5EA9C9}" srcOrd="0" destOrd="0" presId="urn:microsoft.com/office/officeart/2005/8/layout/lProcess1"/>
    <dgm:cxn modelId="{6B93B9DC-C548-459C-9E78-9865EA3C7646}" srcId="{5CBEC7DD-A25D-4956-9A65-6EA385F6FCB5}" destId="{503A8ACE-7575-4C19-8B87-BC95156CCEFE}" srcOrd="1" destOrd="0" parTransId="{81AFEFE6-3E9C-4A74-BEC8-64BFE7E61894}" sibTransId="{BE884E99-6EA4-4F3B-9934-9AC0AD3FC34D}"/>
    <dgm:cxn modelId="{205886E4-9719-4502-BC93-E2E50A8A1277}" srcId="{038F6A6A-232A-44A4-9628-ADFA8F068F81}" destId="{A829D4F7-DB8E-4705-94E3-D00EA1D947F6}" srcOrd="0" destOrd="0" parTransId="{3B4413FE-A1AB-426B-8D68-B972BF63B87F}" sibTransId="{3B3623E1-B364-4363-879A-8C91DF89F7B0}"/>
    <dgm:cxn modelId="{CA0450EF-DA95-4A50-88D2-8FDA83E17CAB}" type="presOf" srcId="{F44E015F-CEA4-4C8C-9ECE-CD6206F0DF56}" destId="{BD90908C-7340-4BD3-9F41-95943201BF15}" srcOrd="0" destOrd="0" presId="urn:microsoft.com/office/officeart/2005/8/layout/lProcess1"/>
    <dgm:cxn modelId="{417609F0-14EF-4F56-8E88-F8C42A5BFA3A}" type="presOf" srcId="{995C4470-49EF-4BD9-B00A-AD612181AB58}" destId="{1B1F80F4-E9A5-4A99-A630-6548067B7CB5}" srcOrd="0" destOrd="0" presId="urn:microsoft.com/office/officeart/2005/8/layout/lProcess1"/>
    <dgm:cxn modelId="{E43117F2-68D9-4466-A801-619E68D7DB87}" type="presOf" srcId="{038F6A6A-232A-44A4-9628-ADFA8F068F81}" destId="{449405C7-5CE1-47AE-B3E3-49A4FFAD23B4}" srcOrd="0" destOrd="0" presId="urn:microsoft.com/office/officeart/2005/8/layout/lProcess1"/>
    <dgm:cxn modelId="{81452FF7-16C9-45DB-B393-B4B57D5B4F20}" type="presOf" srcId="{E373698D-1356-47A7-A591-B72BFE77C3D1}" destId="{E7F7C4A8-2F3A-49BA-B2E4-CF48FCA5D8D8}" srcOrd="0" destOrd="0" presId="urn:microsoft.com/office/officeart/2005/8/layout/lProcess1"/>
    <dgm:cxn modelId="{242CB5FE-8C39-40A0-BDBD-E3AD0F1BC780}" type="presOf" srcId="{3B4413FE-A1AB-426B-8D68-B972BF63B87F}" destId="{80E7ED24-73E7-49DB-89D8-675EBBF65667}" srcOrd="0" destOrd="0" presId="urn:microsoft.com/office/officeart/2005/8/layout/lProcess1"/>
    <dgm:cxn modelId="{27E8481E-97FC-4A9D-9E68-A27272451C60}" type="presParOf" srcId="{22D8E0AF-322E-4A8E-BC3C-6E9E9A51F58F}" destId="{B1443ED3-5E34-456D-8CD9-88B600EDA95F}" srcOrd="0" destOrd="0" presId="urn:microsoft.com/office/officeart/2005/8/layout/lProcess1"/>
    <dgm:cxn modelId="{815F6C44-63BC-4398-B218-12635F176A99}" type="presParOf" srcId="{B1443ED3-5E34-456D-8CD9-88B600EDA95F}" destId="{9BBCF6CE-E750-48B6-B333-305BBB100737}" srcOrd="0" destOrd="0" presId="urn:microsoft.com/office/officeart/2005/8/layout/lProcess1"/>
    <dgm:cxn modelId="{4C5B61A8-4745-48B5-9E62-177773396B37}" type="presParOf" srcId="{B1443ED3-5E34-456D-8CD9-88B600EDA95F}" destId="{1B1F80F4-E9A5-4A99-A630-6548067B7CB5}" srcOrd="1" destOrd="0" presId="urn:microsoft.com/office/officeart/2005/8/layout/lProcess1"/>
    <dgm:cxn modelId="{4B28856B-351E-4405-AF85-D8920FA40651}" type="presParOf" srcId="{B1443ED3-5E34-456D-8CD9-88B600EDA95F}" destId="{85447532-8740-4202-B6A5-AE63748B9291}" srcOrd="2" destOrd="0" presId="urn:microsoft.com/office/officeart/2005/8/layout/lProcess1"/>
    <dgm:cxn modelId="{E3FD1EE1-19C3-4FB1-9054-B05C970A170D}" type="presParOf" srcId="{B1443ED3-5E34-456D-8CD9-88B600EDA95F}" destId="{7CAEA63C-96B5-40D4-900F-409598FDB0C1}" srcOrd="3" destOrd="0" presId="urn:microsoft.com/office/officeart/2005/8/layout/lProcess1"/>
    <dgm:cxn modelId="{CBA572AB-F13A-46A4-A587-10836750DA8F}" type="presParOf" srcId="{B1443ED3-5E34-456D-8CD9-88B600EDA95F}" destId="{CA94FD3C-361C-4BBA-9D35-DA0638728D90}" srcOrd="4" destOrd="0" presId="urn:microsoft.com/office/officeart/2005/8/layout/lProcess1"/>
    <dgm:cxn modelId="{C3468587-572C-4814-AF7A-26377647C5FC}" type="presParOf" srcId="{B1443ED3-5E34-456D-8CD9-88B600EDA95F}" destId="{C089F077-E607-4ACF-857A-DA240D50AEDF}" srcOrd="5" destOrd="0" presId="urn:microsoft.com/office/officeart/2005/8/layout/lProcess1"/>
    <dgm:cxn modelId="{301120E1-09DD-4CA6-82A9-76E6FB8E86CD}" type="presParOf" srcId="{B1443ED3-5E34-456D-8CD9-88B600EDA95F}" destId="{9A5E1799-26FB-4959-97AA-0FCC22761318}" srcOrd="6" destOrd="0" presId="urn:microsoft.com/office/officeart/2005/8/layout/lProcess1"/>
    <dgm:cxn modelId="{9FF69FFD-8075-4D77-B18B-8119501C6268}" type="presParOf" srcId="{B1443ED3-5E34-456D-8CD9-88B600EDA95F}" destId="{A904F003-CAB1-4563-8414-4B74FADF400E}" srcOrd="7" destOrd="0" presId="urn:microsoft.com/office/officeart/2005/8/layout/lProcess1"/>
    <dgm:cxn modelId="{83089FE8-D8B8-4D34-8FDA-4CB2CFC794F7}" type="presParOf" srcId="{B1443ED3-5E34-456D-8CD9-88B600EDA95F}" destId="{6B6E41AD-1A96-4393-A689-4DB014FF4328}" srcOrd="8" destOrd="0" presId="urn:microsoft.com/office/officeart/2005/8/layout/lProcess1"/>
    <dgm:cxn modelId="{F388C95F-34E2-4AC8-9006-DCF9CABCBE9F}" type="presParOf" srcId="{B1443ED3-5E34-456D-8CD9-88B600EDA95F}" destId="{38AD3379-DC98-4E6C-9597-978C4E216103}" srcOrd="9" destOrd="0" presId="urn:microsoft.com/office/officeart/2005/8/layout/lProcess1"/>
    <dgm:cxn modelId="{9C059DA3-9E89-47A2-B159-6DB6C79E67E4}" type="presParOf" srcId="{B1443ED3-5E34-456D-8CD9-88B600EDA95F}" destId="{274AF662-EE55-4900-AD2E-C1DA6E3830F3}" srcOrd="10" destOrd="0" presId="urn:microsoft.com/office/officeart/2005/8/layout/lProcess1"/>
    <dgm:cxn modelId="{F22168DA-5F9A-4B05-A48D-04A529EDEAEC}" type="presParOf" srcId="{22D8E0AF-322E-4A8E-BC3C-6E9E9A51F58F}" destId="{8F2F3A22-7A2A-4EE4-9C5B-70F6E89B9064}" srcOrd="1" destOrd="0" presId="urn:microsoft.com/office/officeart/2005/8/layout/lProcess1"/>
    <dgm:cxn modelId="{6E5A1AC5-6D23-4A80-965F-FC5D2663E787}" type="presParOf" srcId="{22D8E0AF-322E-4A8E-BC3C-6E9E9A51F58F}" destId="{C64F4C64-9C19-489C-89DE-2782A0EBED4F}" srcOrd="2" destOrd="0" presId="urn:microsoft.com/office/officeart/2005/8/layout/lProcess1"/>
    <dgm:cxn modelId="{73D283D6-C445-47A2-99AA-6F8DE616098C}" type="presParOf" srcId="{C64F4C64-9C19-489C-89DE-2782A0EBED4F}" destId="{E9381F77-A434-4268-8491-4E0BF2496F77}" srcOrd="0" destOrd="0" presId="urn:microsoft.com/office/officeart/2005/8/layout/lProcess1"/>
    <dgm:cxn modelId="{85F6C321-047C-413C-9D08-E49B8A1ADA9C}" type="presParOf" srcId="{C64F4C64-9C19-489C-89DE-2782A0EBED4F}" destId="{DD00C8CD-401F-4BD0-911C-F2283C953D22}" srcOrd="1" destOrd="0" presId="urn:microsoft.com/office/officeart/2005/8/layout/lProcess1"/>
    <dgm:cxn modelId="{5744E2C3-8345-4B53-8360-1A911FD7B23B}" type="presParOf" srcId="{C64F4C64-9C19-489C-89DE-2782A0EBED4F}" destId="{CC7D114B-A6B8-4682-8ED6-564950128EAF}" srcOrd="2" destOrd="0" presId="urn:microsoft.com/office/officeart/2005/8/layout/lProcess1"/>
    <dgm:cxn modelId="{B518A49B-A7C4-4F69-9098-13FAF9EB64C9}" type="presParOf" srcId="{C64F4C64-9C19-489C-89DE-2782A0EBED4F}" destId="{952D141E-0AC3-4EF9-8243-F8584B5EA9C9}" srcOrd="3" destOrd="0" presId="urn:microsoft.com/office/officeart/2005/8/layout/lProcess1"/>
    <dgm:cxn modelId="{AB77CBF5-94C3-4B17-80BF-9231B1E8EAA2}" type="presParOf" srcId="{C64F4C64-9C19-489C-89DE-2782A0EBED4F}" destId="{08725F1C-D650-4B6E-859B-07F55ADA59F7}" srcOrd="4" destOrd="0" presId="urn:microsoft.com/office/officeart/2005/8/layout/lProcess1"/>
    <dgm:cxn modelId="{BDD6E898-0026-4DFF-9EFC-B827354220D8}" type="presParOf" srcId="{C64F4C64-9C19-489C-89DE-2782A0EBED4F}" destId="{251ABF3F-412E-480A-86D9-3C2DF9BBAFDD}" srcOrd="5" destOrd="0" presId="urn:microsoft.com/office/officeart/2005/8/layout/lProcess1"/>
    <dgm:cxn modelId="{A62E1DC0-A267-4634-88E8-8615AEA777E0}" type="presParOf" srcId="{C64F4C64-9C19-489C-89DE-2782A0EBED4F}" destId="{5AC734BE-2FFF-4839-B33E-3C376891D8F7}" srcOrd="6" destOrd="0" presId="urn:microsoft.com/office/officeart/2005/8/layout/lProcess1"/>
    <dgm:cxn modelId="{76E8E9CA-2C5D-4664-ACD4-74E4E12E6FFE}" type="presParOf" srcId="{C64F4C64-9C19-489C-89DE-2782A0EBED4F}" destId="{B0D27BCA-7BAE-48DD-9D50-347DD182D38C}" srcOrd="7" destOrd="0" presId="urn:microsoft.com/office/officeart/2005/8/layout/lProcess1"/>
    <dgm:cxn modelId="{6D8114B4-6391-41CC-B707-3F71BB693BD4}" type="presParOf" srcId="{C64F4C64-9C19-489C-89DE-2782A0EBED4F}" destId="{8948142C-1B4F-404B-8FA0-01D572582F14}" srcOrd="8" destOrd="0" presId="urn:microsoft.com/office/officeart/2005/8/layout/lProcess1"/>
    <dgm:cxn modelId="{699FD445-3573-4BCB-9329-411220BC39B1}" type="presParOf" srcId="{C64F4C64-9C19-489C-89DE-2782A0EBED4F}" destId="{90816C5B-5A07-4CFA-ADA4-8BC84CCFA89F}" srcOrd="9" destOrd="0" presId="urn:microsoft.com/office/officeart/2005/8/layout/lProcess1"/>
    <dgm:cxn modelId="{3A2725B6-402F-4DF9-A287-B1A20B766E8E}" type="presParOf" srcId="{C64F4C64-9C19-489C-89DE-2782A0EBED4F}" destId="{9D2BCB0C-62D9-495C-A278-639DE32789F8}" srcOrd="10" destOrd="0" presId="urn:microsoft.com/office/officeart/2005/8/layout/lProcess1"/>
    <dgm:cxn modelId="{0E7A0B7C-EEBB-4F8C-906C-E87D3EAA03DE}" type="presParOf" srcId="{22D8E0AF-322E-4A8E-BC3C-6E9E9A51F58F}" destId="{5638024E-437B-4E4D-AFA6-6E4F8A5E6309}" srcOrd="3" destOrd="0" presId="urn:microsoft.com/office/officeart/2005/8/layout/lProcess1"/>
    <dgm:cxn modelId="{BD392B66-F4CE-4C43-9EC5-BD3C189C1671}" type="presParOf" srcId="{22D8E0AF-322E-4A8E-BC3C-6E9E9A51F58F}" destId="{CF5CA60B-6F87-4396-860D-89FB2D6EA0A5}" srcOrd="4" destOrd="0" presId="urn:microsoft.com/office/officeart/2005/8/layout/lProcess1"/>
    <dgm:cxn modelId="{589EA283-6632-4E6B-8343-319E366C84AB}" type="presParOf" srcId="{CF5CA60B-6F87-4396-860D-89FB2D6EA0A5}" destId="{29BD7540-A2BB-42DD-AA97-F27941F79F18}" srcOrd="0" destOrd="0" presId="urn:microsoft.com/office/officeart/2005/8/layout/lProcess1"/>
    <dgm:cxn modelId="{5FE51EDB-F649-407A-8364-843ADA74CF4D}" type="presParOf" srcId="{CF5CA60B-6F87-4396-860D-89FB2D6EA0A5}" destId="{31B413C7-910B-47E7-88C3-160DB10D00F1}" srcOrd="1" destOrd="0" presId="urn:microsoft.com/office/officeart/2005/8/layout/lProcess1"/>
    <dgm:cxn modelId="{28928295-171D-4BE7-AC5A-344A34821166}" type="presParOf" srcId="{CF5CA60B-6F87-4396-860D-89FB2D6EA0A5}" destId="{73DBFA1A-3823-4209-9CD6-DBDD456F39FB}" srcOrd="2" destOrd="0" presId="urn:microsoft.com/office/officeart/2005/8/layout/lProcess1"/>
    <dgm:cxn modelId="{93D60E3B-4A61-405D-9BFF-F83EB78BD315}" type="presParOf" srcId="{CF5CA60B-6F87-4396-860D-89FB2D6EA0A5}" destId="{E7F7C4A8-2F3A-49BA-B2E4-CF48FCA5D8D8}" srcOrd="3" destOrd="0" presId="urn:microsoft.com/office/officeart/2005/8/layout/lProcess1"/>
    <dgm:cxn modelId="{19DD9874-7784-4AAB-BBF7-84543EC5D8BF}" type="presParOf" srcId="{CF5CA60B-6F87-4396-860D-89FB2D6EA0A5}" destId="{5FC48671-9963-4D19-B9E6-9EC4F41AD37F}" srcOrd="4" destOrd="0" presId="urn:microsoft.com/office/officeart/2005/8/layout/lProcess1"/>
    <dgm:cxn modelId="{3A379A19-204B-41AC-9F06-5E50C7660BA5}" type="presParOf" srcId="{22D8E0AF-322E-4A8E-BC3C-6E9E9A51F58F}" destId="{CA52810F-4E5D-4506-B135-E8FE03F4101C}" srcOrd="5" destOrd="0" presId="urn:microsoft.com/office/officeart/2005/8/layout/lProcess1"/>
    <dgm:cxn modelId="{14696039-C212-4F1F-8EF3-60B30CA7A0AE}" type="presParOf" srcId="{22D8E0AF-322E-4A8E-BC3C-6E9E9A51F58F}" destId="{31C1B190-5EDB-49F9-A3E8-78520790254D}" srcOrd="6" destOrd="0" presId="urn:microsoft.com/office/officeart/2005/8/layout/lProcess1"/>
    <dgm:cxn modelId="{BC35B818-08BB-4E09-8A5E-4FC8013715A3}" type="presParOf" srcId="{31C1B190-5EDB-49F9-A3E8-78520790254D}" destId="{449405C7-5CE1-47AE-B3E3-49A4FFAD23B4}" srcOrd="0" destOrd="0" presId="urn:microsoft.com/office/officeart/2005/8/layout/lProcess1"/>
    <dgm:cxn modelId="{364783FE-0E18-45BE-928D-D4278F59A15D}" type="presParOf" srcId="{31C1B190-5EDB-49F9-A3E8-78520790254D}" destId="{80E7ED24-73E7-49DB-89D8-675EBBF65667}" srcOrd="1" destOrd="0" presId="urn:microsoft.com/office/officeart/2005/8/layout/lProcess1"/>
    <dgm:cxn modelId="{94EF8D33-92F4-4D9D-B09B-4B996D1F5ADB}" type="presParOf" srcId="{31C1B190-5EDB-49F9-A3E8-78520790254D}" destId="{226464CE-15BF-4776-8286-E85D1A4D736D}" srcOrd="2" destOrd="0" presId="urn:microsoft.com/office/officeart/2005/8/layout/lProcess1"/>
    <dgm:cxn modelId="{9D607FDF-0E9D-4AE7-B4EE-FA56FF5638EB}" type="presParOf" srcId="{31C1B190-5EDB-49F9-A3E8-78520790254D}" destId="{A0EF812D-7540-4C5E-BD97-55D8BA4C6B1B}" srcOrd="3" destOrd="0" presId="urn:microsoft.com/office/officeart/2005/8/layout/lProcess1"/>
    <dgm:cxn modelId="{1DDD868D-38C8-4D1D-AFED-1C6B42F0125D}" type="presParOf" srcId="{31C1B190-5EDB-49F9-A3E8-78520790254D}" destId="{D378FE78-6C21-4DC5-A248-A34392B1027F}" srcOrd="4" destOrd="0" presId="urn:microsoft.com/office/officeart/2005/8/layout/lProcess1"/>
    <dgm:cxn modelId="{5069F2B3-F0D4-48C6-ADBA-7DEB9ABD9A42}" type="presParOf" srcId="{31C1B190-5EDB-49F9-A3E8-78520790254D}" destId="{BD90908C-7340-4BD3-9F41-95943201BF15}" srcOrd="5" destOrd="0" presId="urn:microsoft.com/office/officeart/2005/8/layout/lProcess1"/>
    <dgm:cxn modelId="{73D09930-0565-4ACB-8392-1AF42D1AF235}" type="presParOf" srcId="{31C1B190-5EDB-49F9-A3E8-78520790254D}" destId="{527DDF7A-80A2-497F-B108-251FA25542B3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4220" y="989569"/>
          <a:ext cx="1992947" cy="498236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Getting started with the existing robot</a:t>
          </a:r>
          <a:endParaRPr lang="fr-FR" sz="1500" kern="1200" noProof="0"/>
        </a:p>
      </dsp:txBody>
      <dsp:txXfrm>
        <a:off x="18813" y="1004162"/>
        <a:ext cx="1963761" cy="469050"/>
      </dsp:txXfrm>
    </dsp:sp>
    <dsp:sp modelId="{72C8B035-78DE-4979-AD4F-471D05AAA067}">
      <dsp:nvSpPr>
        <dsp:cNvPr id="0" name=""/>
        <dsp:cNvSpPr/>
      </dsp:nvSpPr>
      <dsp:spPr>
        <a:xfrm rot="5400000">
          <a:off x="957098" y="153140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F06295-F56A-49D9-AE2B-2AD02C1FED00}">
      <dsp:nvSpPr>
        <dsp:cNvPr id="0" name=""/>
        <dsp:cNvSpPr/>
      </dsp:nvSpPr>
      <dsp:spPr>
        <a:xfrm>
          <a:off x="4220" y="166218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Python revising</a:t>
          </a:r>
        </a:p>
      </dsp:txBody>
      <dsp:txXfrm>
        <a:off x="18813" y="1676782"/>
        <a:ext cx="1963761" cy="469050"/>
      </dsp:txXfrm>
    </dsp:sp>
    <dsp:sp modelId="{BEE979B9-3CE0-4D79-944F-D34583BA1FD6}">
      <dsp:nvSpPr>
        <dsp:cNvPr id="0" name=""/>
        <dsp:cNvSpPr/>
      </dsp:nvSpPr>
      <dsp:spPr>
        <a:xfrm rot="5400000">
          <a:off x="957098" y="220402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5E1799-26FB-4959-97AA-0FCC22761318}">
      <dsp:nvSpPr>
        <dsp:cNvPr id="0" name=""/>
        <dsp:cNvSpPr/>
      </dsp:nvSpPr>
      <dsp:spPr>
        <a:xfrm>
          <a:off x="4220" y="233480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C++ exploration</a:t>
          </a:r>
        </a:p>
      </dsp:txBody>
      <dsp:txXfrm>
        <a:off x="18813" y="2349402"/>
        <a:ext cx="1963761" cy="469050"/>
      </dsp:txXfrm>
    </dsp:sp>
    <dsp:sp modelId="{68024AC9-CEA3-4CCB-9A75-D5107E16B385}">
      <dsp:nvSpPr>
        <dsp:cNvPr id="0" name=""/>
        <dsp:cNvSpPr/>
      </dsp:nvSpPr>
      <dsp:spPr>
        <a:xfrm rot="5400000">
          <a:off x="957098" y="287664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77E538-9481-4FFF-9B8B-A134FACA4DB3}">
      <dsp:nvSpPr>
        <dsp:cNvPr id="0" name=""/>
        <dsp:cNvSpPr/>
      </dsp:nvSpPr>
      <dsp:spPr>
        <a:xfrm>
          <a:off x="4220" y="300742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Getting started with</a:t>
          </a:r>
          <a:br>
            <a:rPr lang="en-US" sz="1500" b="0" i="0" kern="1200"/>
          </a:br>
          <a:r>
            <a:rPr lang="en-US" sz="1500" b="0" i="0" kern="1200"/>
            <a:t> the robot</a:t>
          </a:r>
          <a:endParaRPr lang="fr-FR" sz="1500" kern="1200" noProof="0"/>
        </a:p>
      </dsp:txBody>
      <dsp:txXfrm>
        <a:off x="18813" y="3022022"/>
        <a:ext cx="1963761" cy="469050"/>
      </dsp:txXfrm>
    </dsp:sp>
    <dsp:sp modelId="{E9381F77-A434-4268-8491-4E0BF2496F77}">
      <dsp:nvSpPr>
        <dsp:cNvPr id="0" name=""/>
        <dsp:cNvSpPr/>
      </dsp:nvSpPr>
      <dsp:spPr>
        <a:xfrm>
          <a:off x="2276181" y="989569"/>
          <a:ext cx="1992947" cy="4982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Entering to the</a:t>
          </a:r>
          <a:br>
            <a:rPr lang="fr-FR" sz="1500" kern="1200" noProof="0"/>
          </a:br>
          <a:r>
            <a:rPr lang="fr-FR" sz="1500" kern="1200" noProof="0"/>
            <a:t> 2017 contest</a:t>
          </a:r>
        </a:p>
      </dsp:txBody>
      <dsp:txXfrm>
        <a:off x="2290774" y="1004162"/>
        <a:ext cx="1963761" cy="469050"/>
      </dsp:txXfrm>
    </dsp:sp>
    <dsp:sp modelId="{3E12FC4F-0ADC-434D-9AA0-0561231490FE}">
      <dsp:nvSpPr>
        <dsp:cNvPr id="0" name=""/>
        <dsp:cNvSpPr/>
      </dsp:nvSpPr>
      <dsp:spPr>
        <a:xfrm rot="5400000">
          <a:off x="3229059" y="153140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22AD44D-1280-4CC8-9A1C-FBC0F77D1178}">
      <dsp:nvSpPr>
        <dsp:cNvPr id="0" name=""/>
        <dsp:cNvSpPr/>
      </dsp:nvSpPr>
      <dsp:spPr>
        <a:xfrm>
          <a:off x="2276181" y="166218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Making of closing of flaps</a:t>
          </a:r>
          <a:endParaRPr lang="fr-FR" sz="1500" kern="1200" noProof="0"/>
        </a:p>
      </dsp:txBody>
      <dsp:txXfrm>
        <a:off x="2290774" y="1676782"/>
        <a:ext cx="1963761" cy="469050"/>
      </dsp:txXfrm>
    </dsp:sp>
    <dsp:sp modelId="{9F879850-6129-4B07-A9EC-6DADE0B0D86E}">
      <dsp:nvSpPr>
        <dsp:cNvPr id="0" name=""/>
        <dsp:cNvSpPr/>
      </dsp:nvSpPr>
      <dsp:spPr>
        <a:xfrm rot="5400000">
          <a:off x="3229059" y="220402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9E087F9-9D64-4445-A572-8AE9A32868C9}">
      <dsp:nvSpPr>
        <dsp:cNvPr id="0" name=""/>
        <dsp:cNvSpPr/>
      </dsp:nvSpPr>
      <dsp:spPr>
        <a:xfrm>
          <a:off x="2276181" y="233480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Travel to Paris</a:t>
          </a:r>
        </a:p>
      </dsp:txBody>
      <dsp:txXfrm>
        <a:off x="2290774" y="2349402"/>
        <a:ext cx="1963761" cy="469050"/>
      </dsp:txXfrm>
    </dsp:sp>
    <dsp:sp modelId="{41A8A42A-3703-4104-80C1-3048273901CB}">
      <dsp:nvSpPr>
        <dsp:cNvPr id="0" name=""/>
        <dsp:cNvSpPr/>
      </dsp:nvSpPr>
      <dsp:spPr>
        <a:xfrm rot="5400000">
          <a:off x="3229059" y="287664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16CAF1B-E98D-47DF-88AB-34DDE689C71A}">
      <dsp:nvSpPr>
        <dsp:cNvPr id="0" name=""/>
        <dsp:cNvSpPr/>
      </dsp:nvSpPr>
      <dsp:spPr>
        <a:xfrm>
          <a:off x="2276181" y="3007429"/>
          <a:ext cx="1992947" cy="8275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/>
            <a:t>Observation of the participants and the course of the day</a:t>
          </a:r>
        </a:p>
      </dsp:txBody>
      <dsp:txXfrm>
        <a:off x="2300419" y="3031667"/>
        <a:ext cx="1944471" cy="779060"/>
      </dsp:txXfrm>
    </dsp:sp>
    <dsp:sp modelId="{09ADE9CE-20B7-4A4E-BED6-D56E4ED1D855}">
      <dsp:nvSpPr>
        <dsp:cNvPr id="0" name=""/>
        <dsp:cNvSpPr/>
      </dsp:nvSpPr>
      <dsp:spPr>
        <a:xfrm>
          <a:off x="4548142" y="989569"/>
          <a:ext cx="1992947" cy="4982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Making of modules </a:t>
          </a:r>
          <a:br>
            <a:rPr lang="fr-FR" sz="1500" kern="1200" noProof="0"/>
          </a:br>
          <a:r>
            <a:rPr lang="fr-FR" sz="1500" kern="1200" noProof="0"/>
            <a:t>&amp; code</a:t>
          </a:r>
        </a:p>
      </dsp:txBody>
      <dsp:txXfrm>
        <a:off x="4562735" y="1004162"/>
        <a:ext cx="1963761" cy="469050"/>
      </dsp:txXfrm>
    </dsp:sp>
    <dsp:sp modelId="{C8CE6287-76AA-46C4-B478-0F9183DE6118}">
      <dsp:nvSpPr>
        <dsp:cNvPr id="0" name=""/>
        <dsp:cNvSpPr/>
      </dsp:nvSpPr>
      <dsp:spPr>
        <a:xfrm rot="5400000">
          <a:off x="5501020" y="153140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7AA6D3E-BCE0-4C06-B101-080DA85DCB01}">
      <dsp:nvSpPr>
        <dsp:cNvPr id="0" name=""/>
        <dsp:cNvSpPr/>
      </dsp:nvSpPr>
      <dsp:spPr>
        <a:xfrm>
          <a:off x="4548142" y="166218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Balls into the buckets</a:t>
          </a:r>
          <a:endParaRPr lang="fr-FR" sz="1500" kern="1200" noProof="0"/>
        </a:p>
      </dsp:txBody>
      <dsp:txXfrm>
        <a:off x="4562735" y="1676782"/>
        <a:ext cx="1963761" cy="469050"/>
      </dsp:txXfrm>
    </dsp:sp>
    <dsp:sp modelId="{DDA5CBC7-AA05-481A-A03A-3964C1BBBB5A}">
      <dsp:nvSpPr>
        <dsp:cNvPr id="0" name=""/>
        <dsp:cNvSpPr/>
      </dsp:nvSpPr>
      <dsp:spPr>
        <a:xfrm rot="5400000">
          <a:off x="5501020" y="220402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4548142" y="233480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Color balls sorter</a:t>
          </a:r>
          <a:endParaRPr lang="fr-FR" sz="1500" kern="1200" noProof="0"/>
        </a:p>
      </dsp:txBody>
      <dsp:txXfrm>
        <a:off x="4562735" y="2349402"/>
        <a:ext cx="1963761" cy="469050"/>
      </dsp:txXfrm>
    </dsp:sp>
    <dsp:sp modelId="{E7F7C4A8-2F3A-49BA-B2E4-CF48FCA5D8D8}">
      <dsp:nvSpPr>
        <dsp:cNvPr id="0" name=""/>
        <dsp:cNvSpPr/>
      </dsp:nvSpPr>
      <dsp:spPr>
        <a:xfrm rot="5400000">
          <a:off x="5501020" y="287664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8423B8C-DD55-4C1A-86D3-87118415FFA7}">
      <dsp:nvSpPr>
        <dsp:cNvPr id="0" name=""/>
        <dsp:cNvSpPr/>
      </dsp:nvSpPr>
      <dsp:spPr>
        <a:xfrm>
          <a:off x="4548142" y="300742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PWM Start-Up</a:t>
          </a:r>
          <a:endParaRPr lang="fr-FR" sz="1500" kern="1200" noProof="0"/>
        </a:p>
      </dsp:txBody>
      <dsp:txXfrm>
        <a:off x="4562735" y="3022022"/>
        <a:ext cx="1963761" cy="469050"/>
      </dsp:txXfrm>
    </dsp:sp>
    <dsp:sp modelId="{67971461-EE07-4B5E-A0C3-A166C6559682}">
      <dsp:nvSpPr>
        <dsp:cNvPr id="0" name=""/>
        <dsp:cNvSpPr/>
      </dsp:nvSpPr>
      <dsp:spPr>
        <a:xfrm>
          <a:off x="6820102" y="989569"/>
          <a:ext cx="1992947" cy="4982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Modules integration on the robot</a:t>
          </a:r>
        </a:p>
      </dsp:txBody>
      <dsp:txXfrm>
        <a:off x="6834695" y="1004162"/>
        <a:ext cx="1963761" cy="469050"/>
      </dsp:txXfrm>
    </dsp:sp>
    <dsp:sp modelId="{BF9CEF10-4726-4D20-AC2F-85DE706D0D00}">
      <dsp:nvSpPr>
        <dsp:cNvPr id="0" name=""/>
        <dsp:cNvSpPr/>
      </dsp:nvSpPr>
      <dsp:spPr>
        <a:xfrm rot="5400000">
          <a:off x="7772980" y="153140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1386769-D313-4B62-9BE9-A84DD636105E}">
      <dsp:nvSpPr>
        <dsp:cNvPr id="0" name=""/>
        <dsp:cNvSpPr/>
      </dsp:nvSpPr>
      <dsp:spPr>
        <a:xfrm>
          <a:off x="6820102" y="166218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baseline="0" noProof="0"/>
            <a:t>Adjustment of parts</a:t>
          </a:r>
          <a:br>
            <a:rPr lang="fr-FR" sz="1500" kern="1200" baseline="0" noProof="0"/>
          </a:br>
          <a:r>
            <a:rPr lang="fr-FR" sz="1500" kern="1200" baseline="0" noProof="0"/>
            <a:t>(weight, dimension…)</a:t>
          </a:r>
          <a:endParaRPr lang="fr-FR" sz="1500" kern="1200" noProof="0"/>
        </a:p>
      </dsp:txBody>
      <dsp:txXfrm>
        <a:off x="6834695" y="1676782"/>
        <a:ext cx="1963761" cy="469050"/>
      </dsp:txXfrm>
    </dsp:sp>
    <dsp:sp modelId="{0C1CAC8B-CC80-49DA-9707-021AB163C55F}">
      <dsp:nvSpPr>
        <dsp:cNvPr id="0" name=""/>
        <dsp:cNvSpPr/>
      </dsp:nvSpPr>
      <dsp:spPr>
        <a:xfrm rot="5400000">
          <a:off x="7772980" y="220402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6464CE-15BF-4776-8286-E85D1A4D736D}">
      <dsp:nvSpPr>
        <dsp:cNvPr id="0" name=""/>
        <dsp:cNvSpPr/>
      </dsp:nvSpPr>
      <dsp:spPr>
        <a:xfrm>
          <a:off x="6820102" y="233480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Adjustment of codes</a:t>
          </a:r>
        </a:p>
      </dsp:txBody>
      <dsp:txXfrm>
        <a:off x="6834695" y="2349402"/>
        <a:ext cx="1963761" cy="469050"/>
      </dsp:txXfrm>
    </dsp:sp>
    <dsp:sp modelId="{A0EF812D-7540-4C5E-BD97-55D8BA4C6B1B}">
      <dsp:nvSpPr>
        <dsp:cNvPr id="0" name=""/>
        <dsp:cNvSpPr/>
      </dsp:nvSpPr>
      <dsp:spPr>
        <a:xfrm rot="5400000">
          <a:off x="7772980" y="287664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85E292-795D-4403-BD7F-3A17BE0B21A7}">
      <dsp:nvSpPr>
        <dsp:cNvPr id="0" name=""/>
        <dsp:cNvSpPr/>
      </dsp:nvSpPr>
      <dsp:spPr>
        <a:xfrm>
          <a:off x="6820102" y="300742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Handover of codes </a:t>
          </a:r>
          <a:br>
            <a:rPr lang="fr-FR" sz="1500" kern="1200" noProof="0"/>
          </a:br>
          <a:r>
            <a:rPr lang="fr-FR" sz="1500" kern="1200" noProof="0"/>
            <a:t>to M2</a:t>
          </a:r>
        </a:p>
      </dsp:txBody>
      <dsp:txXfrm>
        <a:off x="6834695" y="3022022"/>
        <a:ext cx="1963761" cy="469050"/>
      </dsp:txXfrm>
    </dsp:sp>
    <dsp:sp modelId="{DA50ACFD-2722-4D29-B376-5CF3C8F3EB41}">
      <dsp:nvSpPr>
        <dsp:cNvPr id="0" name=""/>
        <dsp:cNvSpPr/>
      </dsp:nvSpPr>
      <dsp:spPr>
        <a:xfrm>
          <a:off x="9092063" y="989569"/>
          <a:ext cx="1992947" cy="4982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Entering to the</a:t>
          </a:r>
          <a:br>
            <a:rPr lang="fr-FR" sz="1500" kern="1200" noProof="0"/>
          </a:br>
          <a:r>
            <a:rPr lang="fr-FR" sz="1500" kern="1200" noProof="0"/>
            <a:t> 2018 contest</a:t>
          </a:r>
        </a:p>
      </dsp:txBody>
      <dsp:txXfrm>
        <a:off x="9106656" y="1004162"/>
        <a:ext cx="1963761" cy="469050"/>
      </dsp:txXfrm>
    </dsp:sp>
    <dsp:sp modelId="{E31C91BC-3A8F-4AC7-8DBF-330AFF31351C}">
      <dsp:nvSpPr>
        <dsp:cNvPr id="0" name=""/>
        <dsp:cNvSpPr/>
      </dsp:nvSpPr>
      <dsp:spPr>
        <a:xfrm rot="5400000">
          <a:off x="10044941" y="153140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C28A259-E8AB-491C-9FF1-41516FA5BC71}">
      <dsp:nvSpPr>
        <dsp:cNvPr id="0" name=""/>
        <dsp:cNvSpPr/>
      </dsp:nvSpPr>
      <dsp:spPr>
        <a:xfrm>
          <a:off x="9092063" y="166218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Waiting for the rules 2018</a:t>
          </a:r>
        </a:p>
      </dsp:txBody>
      <dsp:txXfrm>
        <a:off x="9106656" y="1676782"/>
        <a:ext cx="1963761" cy="469050"/>
      </dsp:txXfrm>
    </dsp:sp>
    <dsp:sp modelId="{DF54C50F-225E-47E8-9EC4-AAA209AD28CA}">
      <dsp:nvSpPr>
        <dsp:cNvPr id="0" name=""/>
        <dsp:cNvSpPr/>
      </dsp:nvSpPr>
      <dsp:spPr>
        <a:xfrm rot="5400000">
          <a:off x="10044941" y="2204022"/>
          <a:ext cx="87191" cy="87191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67D1CA1-33AF-4D6E-9C9D-F1EF0E43947B}">
      <dsp:nvSpPr>
        <dsp:cNvPr id="0" name=""/>
        <dsp:cNvSpPr/>
      </dsp:nvSpPr>
      <dsp:spPr>
        <a:xfrm>
          <a:off x="9092063" y="2334809"/>
          <a:ext cx="1992947" cy="49823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rtlCol="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500" kern="1200" noProof="0"/>
            <a:t>Date : 4th October 2018</a:t>
          </a:r>
        </a:p>
      </dsp:txBody>
      <dsp:txXfrm>
        <a:off x="9106656" y="2349402"/>
        <a:ext cx="1963761" cy="46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BCF6CE-E750-48B6-B333-305BBB100737}">
      <dsp:nvSpPr>
        <dsp:cNvPr id="0" name=""/>
        <dsp:cNvSpPr/>
      </dsp:nvSpPr>
      <dsp:spPr>
        <a:xfrm>
          <a:off x="298792" y="2220"/>
          <a:ext cx="2345106" cy="586276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solidFill>
            <a:schemeClr val="accent1"/>
          </a:solidFill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rtlCol="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Balls into the buckets</a:t>
          </a:r>
          <a:endParaRPr lang="fr-FR" sz="1900" kern="1200" noProof="0" dirty="0"/>
        </a:p>
      </dsp:txBody>
      <dsp:txXfrm>
        <a:off x="315963" y="19391"/>
        <a:ext cx="2310764" cy="551934"/>
      </dsp:txXfrm>
    </dsp:sp>
    <dsp:sp modelId="{1B1F80F4-E9A5-4A99-A630-6548067B7CB5}">
      <dsp:nvSpPr>
        <dsp:cNvPr id="0" name=""/>
        <dsp:cNvSpPr/>
      </dsp:nvSpPr>
      <dsp:spPr>
        <a:xfrm rot="5400000">
          <a:off x="1420045" y="63979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447532-8740-4202-B6A5-AE63748B9291}">
      <dsp:nvSpPr>
        <dsp:cNvPr id="0" name=""/>
        <dsp:cNvSpPr/>
      </dsp:nvSpPr>
      <dsp:spPr>
        <a:xfrm>
          <a:off x="298792" y="79369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           Marolleau Corentin</a:t>
          </a:r>
          <a:br>
            <a:rPr lang="en-US" sz="1200" b="1" kern="1200"/>
          </a:br>
          <a:r>
            <a:rPr lang="en-US" sz="1200" b="1" kern="1200"/>
            <a:t>                  Matthieu Reymond</a:t>
          </a:r>
          <a:endParaRPr lang="fr-FR" sz="1200" b="1" kern="1200" noProof="0"/>
        </a:p>
      </dsp:txBody>
      <dsp:txXfrm>
        <a:off x="315963" y="810865"/>
        <a:ext cx="2310764" cy="551934"/>
      </dsp:txXfrm>
    </dsp:sp>
    <dsp:sp modelId="{7CAEA63C-96B5-40D4-900F-409598FDB0C1}">
      <dsp:nvSpPr>
        <dsp:cNvPr id="0" name=""/>
        <dsp:cNvSpPr/>
      </dsp:nvSpPr>
      <dsp:spPr>
        <a:xfrm rot="5400000">
          <a:off x="1420045" y="1431269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A94FD3C-361C-4BBA-9D35-DA0638728D90}">
      <dsp:nvSpPr>
        <dsp:cNvPr id="0" name=""/>
        <dsp:cNvSpPr/>
      </dsp:nvSpPr>
      <dsp:spPr>
        <a:xfrm>
          <a:off x="298792" y="158516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SolidWorks Prototyping</a:t>
          </a:r>
          <a:endParaRPr lang="fr-FR" sz="1200" kern="1200" noProof="0"/>
        </a:p>
      </dsp:txBody>
      <dsp:txXfrm>
        <a:off x="315963" y="1602338"/>
        <a:ext cx="2310764" cy="551934"/>
      </dsp:txXfrm>
    </dsp:sp>
    <dsp:sp modelId="{C089F077-E607-4ACF-857A-DA240D50AEDF}">
      <dsp:nvSpPr>
        <dsp:cNvPr id="0" name=""/>
        <dsp:cNvSpPr/>
      </dsp:nvSpPr>
      <dsp:spPr>
        <a:xfrm rot="5400000">
          <a:off x="1420045" y="2222743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5E1799-26FB-4959-97AA-0FCC22761318}">
      <dsp:nvSpPr>
        <dsp:cNvPr id="0" name=""/>
        <dsp:cNvSpPr/>
      </dsp:nvSpPr>
      <dsp:spPr>
        <a:xfrm>
          <a:off x="298792" y="2376640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3D Printing</a:t>
          </a:r>
          <a:endParaRPr lang="fr-FR" sz="1200" kern="1200" noProof="0"/>
        </a:p>
      </dsp:txBody>
      <dsp:txXfrm>
        <a:off x="315963" y="2393811"/>
        <a:ext cx="2310764" cy="551934"/>
      </dsp:txXfrm>
    </dsp:sp>
    <dsp:sp modelId="{A904F003-CAB1-4563-8414-4B74FADF400E}">
      <dsp:nvSpPr>
        <dsp:cNvPr id="0" name=""/>
        <dsp:cNvSpPr/>
      </dsp:nvSpPr>
      <dsp:spPr>
        <a:xfrm rot="5400000">
          <a:off x="1420045" y="301421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6E41AD-1A96-4393-A689-4DB014FF4328}">
      <dsp:nvSpPr>
        <dsp:cNvPr id="0" name=""/>
        <dsp:cNvSpPr/>
      </dsp:nvSpPr>
      <dsp:spPr>
        <a:xfrm>
          <a:off x="298792" y="316811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Labview code</a:t>
          </a:r>
          <a:endParaRPr lang="fr-FR" sz="1200" kern="1200" noProof="0"/>
        </a:p>
      </dsp:txBody>
      <dsp:txXfrm>
        <a:off x="315963" y="3185285"/>
        <a:ext cx="2310764" cy="551934"/>
      </dsp:txXfrm>
    </dsp:sp>
    <dsp:sp modelId="{38AD3379-DC98-4E6C-9597-978C4E216103}">
      <dsp:nvSpPr>
        <dsp:cNvPr id="0" name=""/>
        <dsp:cNvSpPr/>
      </dsp:nvSpPr>
      <dsp:spPr>
        <a:xfrm rot="5400000">
          <a:off x="1420045" y="3805690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4AF662-EE55-4900-AD2E-C1DA6E3830F3}">
      <dsp:nvSpPr>
        <dsp:cNvPr id="0" name=""/>
        <dsp:cNvSpPr/>
      </dsp:nvSpPr>
      <dsp:spPr>
        <a:xfrm>
          <a:off x="298792" y="395958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Assembling model</a:t>
          </a:r>
          <a:endParaRPr lang="fr-FR" sz="1200" kern="1200" noProof="0"/>
        </a:p>
      </dsp:txBody>
      <dsp:txXfrm>
        <a:off x="315963" y="3976758"/>
        <a:ext cx="2310764" cy="551934"/>
      </dsp:txXfrm>
    </dsp:sp>
    <dsp:sp modelId="{E9381F77-A434-4268-8491-4E0BF2496F77}">
      <dsp:nvSpPr>
        <dsp:cNvPr id="0" name=""/>
        <dsp:cNvSpPr/>
      </dsp:nvSpPr>
      <dsp:spPr>
        <a:xfrm>
          <a:off x="2972213" y="2220"/>
          <a:ext cx="2345106" cy="586276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rtlCol="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Color balls sorter</a:t>
          </a:r>
          <a:endParaRPr lang="fr-FR" sz="1900" kern="1200" noProof="0" dirty="0"/>
        </a:p>
      </dsp:txBody>
      <dsp:txXfrm>
        <a:off x="2989384" y="19391"/>
        <a:ext cx="2310764" cy="551934"/>
      </dsp:txXfrm>
    </dsp:sp>
    <dsp:sp modelId="{DD00C8CD-401F-4BD0-911C-F2283C953D22}">
      <dsp:nvSpPr>
        <dsp:cNvPr id="0" name=""/>
        <dsp:cNvSpPr/>
      </dsp:nvSpPr>
      <dsp:spPr>
        <a:xfrm rot="5400000">
          <a:off x="4093467" y="63979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7D114B-A6B8-4682-8ED6-564950128EAF}">
      <dsp:nvSpPr>
        <dsp:cNvPr id="0" name=""/>
        <dsp:cNvSpPr/>
      </dsp:nvSpPr>
      <dsp:spPr>
        <a:xfrm>
          <a:off x="2972213" y="79369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           Adrien Mojika</a:t>
          </a:r>
          <a:br>
            <a:rPr lang="en-US" sz="1200" b="1" kern="1200"/>
          </a:br>
          <a:r>
            <a:rPr lang="en-US" sz="1200" b="1" kern="1200"/>
            <a:t>                 Nicolas Court </a:t>
          </a:r>
          <a:br>
            <a:rPr lang="en-US" sz="1200" b="1" kern="1200"/>
          </a:br>
          <a:r>
            <a:rPr lang="en-US" sz="1200" b="1" kern="1200"/>
            <a:t>                       Mélanie Brulc</a:t>
          </a:r>
          <a:endParaRPr lang="fr-FR" sz="1200" b="1" kern="1200" noProof="0"/>
        </a:p>
      </dsp:txBody>
      <dsp:txXfrm>
        <a:off x="2989384" y="810865"/>
        <a:ext cx="2310764" cy="551934"/>
      </dsp:txXfrm>
    </dsp:sp>
    <dsp:sp modelId="{952D141E-0AC3-4EF9-8243-F8584B5EA9C9}">
      <dsp:nvSpPr>
        <dsp:cNvPr id="0" name=""/>
        <dsp:cNvSpPr/>
      </dsp:nvSpPr>
      <dsp:spPr>
        <a:xfrm rot="5400000">
          <a:off x="4093467" y="1431269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8725F1C-D650-4B6E-859B-07F55ADA59F7}">
      <dsp:nvSpPr>
        <dsp:cNvPr id="0" name=""/>
        <dsp:cNvSpPr/>
      </dsp:nvSpPr>
      <dsp:spPr>
        <a:xfrm>
          <a:off x="2972213" y="158516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SolidWorks Prototyping</a:t>
          </a:r>
          <a:endParaRPr lang="fr-FR" sz="1200" kern="1200" noProof="0"/>
        </a:p>
      </dsp:txBody>
      <dsp:txXfrm>
        <a:off x="2989384" y="1602338"/>
        <a:ext cx="2310764" cy="551934"/>
      </dsp:txXfrm>
    </dsp:sp>
    <dsp:sp modelId="{251ABF3F-412E-480A-86D9-3C2DF9BBAFDD}">
      <dsp:nvSpPr>
        <dsp:cNvPr id="0" name=""/>
        <dsp:cNvSpPr/>
      </dsp:nvSpPr>
      <dsp:spPr>
        <a:xfrm rot="5400000">
          <a:off x="4093467" y="2222743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C734BE-2FFF-4839-B33E-3C376891D8F7}">
      <dsp:nvSpPr>
        <dsp:cNvPr id="0" name=""/>
        <dsp:cNvSpPr/>
      </dsp:nvSpPr>
      <dsp:spPr>
        <a:xfrm>
          <a:off x="2972213" y="2376640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3D Printing</a:t>
          </a:r>
          <a:endParaRPr lang="fr-FR" sz="1200" kern="1200" noProof="0"/>
        </a:p>
      </dsp:txBody>
      <dsp:txXfrm>
        <a:off x="2989384" y="2393811"/>
        <a:ext cx="2310764" cy="551934"/>
      </dsp:txXfrm>
    </dsp:sp>
    <dsp:sp modelId="{B0D27BCA-7BAE-48DD-9D50-347DD182D38C}">
      <dsp:nvSpPr>
        <dsp:cNvPr id="0" name=""/>
        <dsp:cNvSpPr/>
      </dsp:nvSpPr>
      <dsp:spPr>
        <a:xfrm rot="5400000">
          <a:off x="4093467" y="301421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948142C-1B4F-404B-8FA0-01D572582F14}">
      <dsp:nvSpPr>
        <dsp:cNvPr id="0" name=""/>
        <dsp:cNvSpPr/>
      </dsp:nvSpPr>
      <dsp:spPr>
        <a:xfrm>
          <a:off x="2972213" y="316811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Labview code</a:t>
          </a:r>
          <a:endParaRPr lang="fr-FR" sz="1200" kern="1200" noProof="0"/>
        </a:p>
      </dsp:txBody>
      <dsp:txXfrm>
        <a:off x="2989384" y="3185285"/>
        <a:ext cx="2310764" cy="551934"/>
      </dsp:txXfrm>
    </dsp:sp>
    <dsp:sp modelId="{90816C5B-5A07-4CFA-ADA4-8BC84CCFA89F}">
      <dsp:nvSpPr>
        <dsp:cNvPr id="0" name=""/>
        <dsp:cNvSpPr/>
      </dsp:nvSpPr>
      <dsp:spPr>
        <a:xfrm rot="5400000">
          <a:off x="4093467" y="3805690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2BCB0C-62D9-495C-A278-639DE32789F8}">
      <dsp:nvSpPr>
        <dsp:cNvPr id="0" name=""/>
        <dsp:cNvSpPr/>
      </dsp:nvSpPr>
      <dsp:spPr>
        <a:xfrm>
          <a:off x="2972213" y="395958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Assembling model</a:t>
          </a:r>
          <a:endParaRPr lang="fr-FR" sz="1200" kern="1200" noProof="0" dirty="0"/>
        </a:p>
      </dsp:txBody>
      <dsp:txXfrm>
        <a:off x="2989384" y="3976758"/>
        <a:ext cx="2310764" cy="551934"/>
      </dsp:txXfrm>
    </dsp:sp>
    <dsp:sp modelId="{29BD7540-A2BB-42DD-AA97-F27941F79F18}">
      <dsp:nvSpPr>
        <dsp:cNvPr id="0" name=""/>
        <dsp:cNvSpPr/>
      </dsp:nvSpPr>
      <dsp:spPr>
        <a:xfrm>
          <a:off x="5645634" y="2220"/>
          <a:ext cx="2345106" cy="586276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rtlCol="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PWM Start-Up</a:t>
          </a:r>
          <a:endParaRPr lang="fr-FR" sz="1900" kern="1200" noProof="0"/>
        </a:p>
      </dsp:txBody>
      <dsp:txXfrm>
        <a:off x="5662805" y="19391"/>
        <a:ext cx="2310764" cy="551934"/>
      </dsp:txXfrm>
    </dsp:sp>
    <dsp:sp modelId="{31B413C7-910B-47E7-88C3-160DB10D00F1}">
      <dsp:nvSpPr>
        <dsp:cNvPr id="0" name=""/>
        <dsp:cNvSpPr/>
      </dsp:nvSpPr>
      <dsp:spPr>
        <a:xfrm rot="5400000">
          <a:off x="6766888" y="63979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3DBFA1A-3823-4209-9CD6-DBDD456F39FB}">
      <dsp:nvSpPr>
        <dsp:cNvPr id="0" name=""/>
        <dsp:cNvSpPr/>
      </dsp:nvSpPr>
      <dsp:spPr>
        <a:xfrm>
          <a:off x="5645634" y="79369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            Anthony Krings</a:t>
          </a:r>
          <a:br>
            <a:rPr lang="en-US" sz="1200" b="1" kern="1200"/>
          </a:br>
          <a:r>
            <a:rPr lang="en-US" sz="1200" b="1" kern="1200"/>
            <a:t>                   Damien Leviez</a:t>
          </a:r>
          <a:endParaRPr lang="fr-FR" sz="1200" b="1" kern="1200" noProof="0"/>
        </a:p>
      </dsp:txBody>
      <dsp:txXfrm>
        <a:off x="5662805" y="810865"/>
        <a:ext cx="2310764" cy="551934"/>
      </dsp:txXfrm>
    </dsp:sp>
    <dsp:sp modelId="{E7F7C4A8-2F3A-49BA-B2E4-CF48FCA5D8D8}">
      <dsp:nvSpPr>
        <dsp:cNvPr id="0" name=""/>
        <dsp:cNvSpPr/>
      </dsp:nvSpPr>
      <dsp:spPr>
        <a:xfrm rot="5400000">
          <a:off x="6766888" y="1431269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FC48671-9963-4D19-B9E6-9EC4F41AD37F}">
      <dsp:nvSpPr>
        <dsp:cNvPr id="0" name=""/>
        <dsp:cNvSpPr/>
      </dsp:nvSpPr>
      <dsp:spPr>
        <a:xfrm>
          <a:off x="5645634" y="158516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Labview code</a:t>
          </a:r>
          <a:endParaRPr lang="fr-FR" sz="1200" kern="1200" noProof="0"/>
        </a:p>
      </dsp:txBody>
      <dsp:txXfrm>
        <a:off x="5662805" y="1602338"/>
        <a:ext cx="2310764" cy="551934"/>
      </dsp:txXfrm>
    </dsp:sp>
    <dsp:sp modelId="{449405C7-5CE1-47AE-B3E3-49A4FFAD23B4}">
      <dsp:nvSpPr>
        <dsp:cNvPr id="0" name=""/>
        <dsp:cNvSpPr/>
      </dsp:nvSpPr>
      <dsp:spPr>
        <a:xfrm>
          <a:off x="8319055" y="2220"/>
          <a:ext cx="2345106" cy="586276"/>
        </a:xfrm>
        <a:prstGeom prst="roundRect">
          <a:avLst>
            <a:gd name="adj" fmla="val 10000"/>
          </a:avLst>
        </a:prstGeom>
        <a:solidFill>
          <a:schemeClr val="accent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130" tIns="24130" rIns="24130" bIns="24130" numCol="1" spcCol="1270" rtlCol="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Closing of flaps</a:t>
          </a:r>
          <a:endParaRPr lang="fr-FR" sz="1900" kern="1200" noProof="0" dirty="0"/>
        </a:p>
      </dsp:txBody>
      <dsp:txXfrm>
        <a:off x="8336226" y="19391"/>
        <a:ext cx="2310764" cy="551934"/>
      </dsp:txXfrm>
    </dsp:sp>
    <dsp:sp modelId="{80E7ED24-73E7-49DB-89D8-675EBBF65667}">
      <dsp:nvSpPr>
        <dsp:cNvPr id="0" name=""/>
        <dsp:cNvSpPr/>
      </dsp:nvSpPr>
      <dsp:spPr>
        <a:xfrm rot="5400000">
          <a:off x="9440309" y="639796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6464CE-15BF-4776-8286-E85D1A4D736D}">
      <dsp:nvSpPr>
        <dsp:cNvPr id="0" name=""/>
        <dsp:cNvSpPr/>
      </dsp:nvSpPr>
      <dsp:spPr>
        <a:xfrm>
          <a:off x="8319055" y="793694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rtlCol="0" anchor="ctr" anchorCtr="0">
          <a:noAutofit/>
        </a:bodyPr>
        <a:lstStyle/>
        <a:p>
          <a:pPr marL="0" lvl="0" indent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            Adrien Mojika</a:t>
          </a:r>
          <a:br>
            <a:rPr lang="en-US" sz="1200" b="1" kern="1200"/>
          </a:br>
          <a:r>
            <a:rPr lang="en-US" sz="1200" b="1" kern="1200"/>
            <a:t>                    Nicolas Court </a:t>
          </a:r>
          <a:br>
            <a:rPr lang="en-US" sz="1200" b="1" kern="1200"/>
          </a:br>
          <a:r>
            <a:rPr lang="en-US" sz="1200" b="1" kern="1200"/>
            <a:t>                          Mélanie Brulc</a:t>
          </a:r>
          <a:endParaRPr lang="fr-FR" sz="1200" b="1" kern="1200" noProof="0"/>
        </a:p>
      </dsp:txBody>
      <dsp:txXfrm>
        <a:off x="8336226" y="810865"/>
        <a:ext cx="2310764" cy="551934"/>
      </dsp:txXfrm>
    </dsp:sp>
    <dsp:sp modelId="{A0EF812D-7540-4C5E-BD97-55D8BA4C6B1B}">
      <dsp:nvSpPr>
        <dsp:cNvPr id="0" name=""/>
        <dsp:cNvSpPr/>
      </dsp:nvSpPr>
      <dsp:spPr>
        <a:xfrm rot="5400000">
          <a:off x="9440309" y="1431269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78FE78-6C21-4DC5-A248-A34392B1027F}">
      <dsp:nvSpPr>
        <dsp:cNvPr id="0" name=""/>
        <dsp:cNvSpPr/>
      </dsp:nvSpPr>
      <dsp:spPr>
        <a:xfrm>
          <a:off x="8319055" y="1585167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SolidWorks Prototyping</a:t>
          </a:r>
          <a:endParaRPr lang="fr-FR" sz="1200" kern="1200" noProof="0"/>
        </a:p>
      </dsp:txBody>
      <dsp:txXfrm>
        <a:off x="8336226" y="1602338"/>
        <a:ext cx="2310764" cy="551934"/>
      </dsp:txXfrm>
    </dsp:sp>
    <dsp:sp modelId="{BD90908C-7340-4BD3-9F41-95943201BF15}">
      <dsp:nvSpPr>
        <dsp:cNvPr id="0" name=""/>
        <dsp:cNvSpPr/>
      </dsp:nvSpPr>
      <dsp:spPr>
        <a:xfrm rot="5400000">
          <a:off x="9440309" y="2222743"/>
          <a:ext cx="102598" cy="102598"/>
        </a:xfrm>
        <a:prstGeom prst="rightArrow">
          <a:avLst>
            <a:gd name="adj1" fmla="val 667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7DDF7A-80A2-497F-B108-251FA25542B3}">
      <dsp:nvSpPr>
        <dsp:cNvPr id="0" name=""/>
        <dsp:cNvSpPr/>
      </dsp:nvSpPr>
      <dsp:spPr>
        <a:xfrm>
          <a:off x="8319055" y="2376640"/>
          <a:ext cx="2345106" cy="586276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3D Printing</a:t>
          </a:r>
          <a:endParaRPr lang="fr-FR" sz="1200" kern="1200" noProof="0"/>
        </a:p>
      </dsp:txBody>
      <dsp:txXfrm>
        <a:off x="8336226" y="2393811"/>
        <a:ext cx="2310764" cy="5519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85FB9A08-40BC-47B5-8130-616BDCF09507}" type="datetime1">
              <a:rPr lang="fr-FR" smtClean="0"/>
              <a:pPr algn="r" rtl="0"/>
              <a:t>25/01/2018</a:t>
            </a:fld>
            <a:endParaRPr lang="fr-FR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45ACAF8E-318A-4EFE-8633-D9E72ABCE0ED}" type="slidenum">
              <a:rPr lang="fr-FR" smtClean="0"/>
              <a:pPr algn="r" rtl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/>
            </a:lvl1pPr>
          </a:lstStyle>
          <a:p>
            <a:fld id="{082B9BC8-1895-4EB7-B2E1-D3911C69AD0C}" type="datetime1">
              <a:rPr lang="fr-FR" smtClean="0"/>
              <a:pPr/>
              <a:t>25/01/2018</a:t>
            </a:fld>
            <a:endParaRPr lang="fr-FR"/>
          </a:p>
        </p:txBody>
      </p:sp>
      <p:sp>
        <p:nvSpPr>
          <p:cNvPr id="4" name="Espace réservé de l’image des diapositives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/>
            </a:lvl1pPr>
          </a:lstStyle>
          <a:p>
            <a:fld id="{5EE2CF44-2B13-41B4-A334-1CDF534EEBB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2CF44-2B13-41B4-A334-1CDF534EEBBF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373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7" name="Rectangle 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rtlCol="0" anchor="b">
            <a:normAutofit/>
          </a:bodyPr>
          <a:lstStyle>
            <a:lvl1pPr algn="l" rtl="0">
              <a:defRPr sz="54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l" rtl="0">
              <a:buNone/>
              <a:defRPr sz="2000"/>
            </a:lvl2pPr>
            <a:lvl3pPr marL="914400" indent="0" algn="l" rtl="0">
              <a:buNone/>
              <a:defRPr sz="1800"/>
            </a:lvl3pPr>
            <a:lvl4pPr marL="1371600" indent="0" algn="l" rtl="0">
              <a:buNone/>
              <a:defRPr sz="1600"/>
            </a:lvl4pPr>
            <a:lvl5pPr marL="1828800" indent="0" algn="l" rtl="0">
              <a:buNone/>
              <a:defRPr sz="1600"/>
            </a:lvl5pPr>
            <a:lvl6pPr marL="2286000" indent="0" algn="l" rtl="0">
              <a:buNone/>
              <a:defRPr sz="1600"/>
            </a:lvl6pPr>
            <a:lvl7pPr marL="2743200" indent="0" algn="l" rtl="0">
              <a:buNone/>
              <a:defRPr sz="1600"/>
            </a:lvl7pPr>
            <a:lvl8pPr marL="3200400" indent="0" algn="l" rtl="0">
              <a:buNone/>
              <a:defRPr sz="1600"/>
            </a:lvl8pPr>
            <a:lvl9pPr marL="3657600" indent="0" algn="l" rtl="0">
              <a:buNone/>
              <a:defRPr sz="16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rtlCol="0" anchor="ctr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 noProof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 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8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600" noProof="0"/>
          </a:p>
        </p:txBody>
      </p:sp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rtlCol="0" anchor="b">
            <a:normAutofit/>
          </a:bodyPr>
          <a:lstStyle>
            <a:lvl1pPr algn="l" rtl="0">
              <a:defRPr sz="34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pour l’image 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 rtlCol="0">
            <a:normAutofit/>
          </a:bodyPr>
          <a:lstStyle>
            <a:lvl1pPr marL="0" indent="0" algn="ctr" rtl="0">
              <a:buNone/>
              <a:defRPr sz="2000"/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 rtlCol="0"/>
          <a:lstStyle>
            <a:lvl1pPr marL="0" indent="0" algn="l" rtl="0">
              <a:spcBef>
                <a:spcPts val="0"/>
              </a:spcBef>
              <a:buNone/>
              <a:defRPr sz="16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fr-FR" noProof="0"/>
              <a:t>Modifier les styles du texte du masque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 rtlCol="0"/>
          <a:lstStyle/>
          <a:p>
            <a:pPr lvl="0" rtl="0"/>
            <a:r>
              <a:rPr lang="fr-FR" noProof="0"/>
              <a:t>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E31375A4-56A4-47D6-9801-1991572033F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pPr algn="r"/>
            <a:fld id="{E31375A4-56A4-47D6-9801-1991572033F7}" type="slidenum">
              <a:rPr lang="fr-FR" smtClean="0"/>
              <a:pPr algn="r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fr-FR" dirty="0"/>
              <a:t>NI </a:t>
            </a:r>
            <a:r>
              <a:rPr lang="fr-FR" dirty="0" err="1"/>
              <a:t>robotic</a:t>
            </a:r>
            <a:r>
              <a:rPr lang="fr-FR" dirty="0"/>
              <a:t> </a:t>
            </a:r>
            <a:r>
              <a:rPr lang="fr-FR" dirty="0" err="1"/>
              <a:t>contest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fr-FR"/>
              <a:t>National Instrument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019DAE2-55E8-457B-B08F-1D61E5C616E8}"/>
              </a:ext>
            </a:extLst>
          </p:cNvPr>
          <p:cNvSpPr txBox="1"/>
          <p:nvPr/>
        </p:nvSpPr>
        <p:spPr>
          <a:xfrm>
            <a:off x="4721129" y="3195494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9F61A13-5DA2-4290-867D-C13237A09B1B}"/>
              </a:ext>
            </a:extLst>
          </p:cNvPr>
          <p:cNvSpPr txBox="1"/>
          <p:nvPr/>
        </p:nvSpPr>
        <p:spPr>
          <a:xfrm>
            <a:off x="4858485" y="3342661"/>
            <a:ext cx="2743200" cy="369332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fr-FR" dirty="0"/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1AD3A7AF-EB02-484C-A2DE-6EC6EEB8E15D}"/>
              </a:ext>
            </a:extLst>
          </p:cNvPr>
          <p:cNvSpPr txBox="1">
            <a:spLocks/>
          </p:cNvSpPr>
          <p:nvPr/>
        </p:nvSpPr>
        <p:spPr>
          <a:xfrm>
            <a:off x="11353800" y="6327190"/>
            <a:ext cx="838200" cy="257176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1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D8B9DCB-872E-433D-B37C-74B61C7E15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7488" y="188640"/>
            <a:ext cx="9144000" cy="2160240"/>
          </a:xfrm>
        </p:spPr>
        <p:txBody>
          <a:bodyPr rtlCol="0"/>
          <a:lstStyle/>
          <a:p>
            <a:pPr rtl="0"/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99456" y="2996952"/>
            <a:ext cx="9432032" cy="3168352"/>
          </a:xfrm>
        </p:spPr>
        <p:txBody>
          <a:bodyPr rtlCol="0">
            <a:normAutofit/>
          </a:bodyPr>
          <a:lstStyle/>
          <a:p>
            <a:r>
              <a:rPr lang="fr-FR" sz="3200" dirty="0"/>
              <a:t>1- The team and the robot</a:t>
            </a:r>
          </a:p>
          <a:p>
            <a:r>
              <a:rPr lang="fr-FR" sz="3200" dirty="0"/>
              <a:t>2- The NI Contest 2017 – the course.</a:t>
            </a:r>
          </a:p>
          <a:p>
            <a:r>
              <a:rPr lang="fr-FR" sz="3200" dirty="0"/>
              <a:t>3- Architecture</a:t>
            </a:r>
          </a:p>
          <a:p>
            <a:r>
              <a:rPr lang="fr-FR" sz="3200" dirty="0"/>
              <a:t>4-</a:t>
            </a:r>
            <a:r>
              <a:rPr lang="en-US" sz="3200" dirty="0"/>
              <a:t> Time Line</a:t>
            </a:r>
          </a:p>
          <a:p>
            <a:pPr lvl="0"/>
            <a:r>
              <a:rPr lang="en-US" sz="3200" dirty="0"/>
              <a:t>5- Schedule of tasks</a:t>
            </a:r>
            <a:endParaRPr lang="fr-FR" sz="3200" dirty="0"/>
          </a:p>
          <a:p>
            <a:pPr lvl="0"/>
            <a:r>
              <a:rPr lang="fr-FR" sz="3200" dirty="0"/>
              <a:t>6- WBS Project</a:t>
            </a:r>
          </a:p>
          <a:p>
            <a:pPr lvl="0"/>
            <a:r>
              <a:rPr lang="fr-FR" sz="3200" dirty="0"/>
              <a:t>7- Trello</a:t>
            </a:r>
          </a:p>
          <a:p>
            <a:endParaRPr lang="fr-FR" sz="3200" dirty="0"/>
          </a:p>
        </p:txBody>
      </p:sp>
      <p:pic>
        <p:nvPicPr>
          <p:cNvPr id="4098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>
            <a:lum contrast="-30000"/>
          </a:blip>
          <a:srcRect l="18182" t="-4598"/>
          <a:stretch>
            <a:fillRect/>
          </a:stretch>
        </p:blipFill>
        <p:spPr bwMode="auto">
          <a:xfrm rot="16200000">
            <a:off x="7803232" y="2445652"/>
            <a:ext cx="6858000" cy="1919536"/>
          </a:xfrm>
          <a:prstGeom prst="rect">
            <a:avLst/>
          </a:prstGeom>
          <a:noFill/>
        </p:spPr>
      </p:pic>
      <p:sp>
        <p:nvSpPr>
          <p:cNvPr id="5" name="Espace réservé du numéro de diapositive 3">
            <a:extLst>
              <a:ext uri="{FF2B5EF4-FFF2-40B4-BE49-F238E27FC236}">
                <a16:creationId xmlns:a16="http://schemas.microsoft.com/office/drawing/2014/main" id="{C9AB26EC-25F4-40C3-A02A-B18DFF24A162}"/>
              </a:ext>
            </a:extLst>
          </p:cNvPr>
          <p:cNvSpPr txBox="1">
            <a:spLocks/>
          </p:cNvSpPr>
          <p:nvPr/>
        </p:nvSpPr>
        <p:spPr>
          <a:xfrm>
            <a:off x="11143696" y="6424844"/>
            <a:ext cx="838200" cy="257176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E5D2970-6E76-4C34-BEDC-6A700128D6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08D21CA2-4BE7-4986-B9D2-59C8C98662BE}"/>
              </a:ext>
            </a:extLst>
          </p:cNvPr>
          <p:cNvSpPr txBox="1">
            <a:spLocks/>
          </p:cNvSpPr>
          <p:nvPr/>
        </p:nvSpPr>
        <p:spPr>
          <a:xfrm>
            <a:off x="11368597" y="6372456"/>
            <a:ext cx="838200" cy="257176"/>
          </a:xfrm>
          <a:prstGeom prst="rect">
            <a:avLst/>
          </a:prstGeom>
        </p:spPr>
        <p:txBody>
          <a:bodyPr/>
          <a:lstStyle>
            <a:defPPr rtl="0"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2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</p:spTree>
    <p:extLst>
      <p:ext uri="{BB962C8B-B14F-4D97-AF65-F5344CB8AC3E}">
        <p14:creationId xmlns:p14="http://schemas.microsoft.com/office/powerpoint/2010/main" val="344443523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 descr="C:\Users\Melanie\Desktop\bla.JPG">
            <a:extLst>
              <a:ext uri="{FF2B5EF4-FFF2-40B4-BE49-F238E27FC236}">
                <a16:creationId xmlns:a16="http://schemas.microsoft.com/office/drawing/2014/main" id="{1CC3BE98-4C8D-495A-BA90-CCB53FFF6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-30000"/>
          </a:blip>
          <a:srcRect l="18182" t="-4598"/>
          <a:stretch>
            <a:fillRect/>
          </a:stretch>
        </p:blipFill>
        <p:spPr bwMode="auto">
          <a:xfrm rot="16200000">
            <a:off x="7803232" y="2469232"/>
            <a:ext cx="6858000" cy="1919536"/>
          </a:xfrm>
          <a:prstGeom prst="rect">
            <a:avLst/>
          </a:prstGeom>
          <a:noFill/>
        </p:spPr>
      </p:pic>
      <p:sp>
        <p:nvSpPr>
          <p:cNvPr id="14" name="Espace réservé du contenu 13"/>
          <p:cNvSpPr>
            <a:spLocks noGrp="1"/>
          </p:cNvSpPr>
          <p:nvPr>
            <p:ph idx="1"/>
          </p:nvPr>
        </p:nvSpPr>
        <p:spPr>
          <a:xfrm>
            <a:off x="1184649" y="1614502"/>
            <a:ext cx="9144000" cy="4267200"/>
          </a:xfrm>
        </p:spPr>
        <p:txBody>
          <a:bodyPr rtlCol="0"/>
          <a:lstStyle/>
          <a:p>
            <a:pPr rtl="0"/>
            <a:r>
              <a:rPr lang="fr-FR" dirty="0"/>
              <a:t>5 </a:t>
            </a:r>
            <a:r>
              <a:rPr lang="fr-FR" dirty="0" err="1"/>
              <a:t>students</a:t>
            </a:r>
            <a:r>
              <a:rPr lang="fr-FR" dirty="0"/>
              <a:t> in M2 (Embedded System)</a:t>
            </a:r>
          </a:p>
          <a:p>
            <a:pPr marL="0" indent="0" rtl="0">
              <a:buNone/>
            </a:pPr>
            <a:r>
              <a:rPr lang="fr-FR" dirty="0"/>
              <a:t>          +    7 </a:t>
            </a:r>
            <a:r>
              <a:rPr lang="fr-FR" dirty="0" err="1"/>
              <a:t>students</a:t>
            </a:r>
            <a:r>
              <a:rPr lang="fr-FR" dirty="0"/>
              <a:t> in M1 (Mobile </a:t>
            </a:r>
            <a:r>
              <a:rPr lang="fr-FR" dirty="0" err="1"/>
              <a:t>Robotic</a:t>
            </a:r>
            <a:r>
              <a:rPr lang="fr-FR" dirty="0"/>
              <a:t>)</a:t>
            </a:r>
          </a:p>
          <a:p>
            <a:pPr marL="0" indent="0">
              <a:buNone/>
            </a:pPr>
            <a:r>
              <a:rPr lang="fr-FR" dirty="0"/>
              <a:t>	 Damien LEVIEZ, Anthony KRINGS, Corentin MAROLLEAU, Mélanie BRULC, </a:t>
            </a:r>
            <a:br>
              <a:rPr lang="fr-FR" dirty="0"/>
            </a:br>
            <a:r>
              <a:rPr lang="fr-FR" dirty="0"/>
              <a:t>		Matthieu REYMOND, Nicolas COURT, Adrien MOJIKA.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  <p:sp>
        <p:nvSpPr>
          <p:cNvPr id="13" name="Titre 12"/>
          <p:cNvSpPr>
            <a:spLocks noGrp="1"/>
          </p:cNvSpPr>
          <p:nvPr>
            <p:ph type="title"/>
          </p:nvPr>
        </p:nvSpPr>
        <p:spPr>
          <a:xfrm>
            <a:off x="834485" y="307245"/>
            <a:ext cx="9144000" cy="1143000"/>
          </a:xfrm>
        </p:spPr>
        <p:txBody>
          <a:bodyPr rtlCol="0"/>
          <a:lstStyle/>
          <a:p>
            <a:pPr rtl="0"/>
            <a:r>
              <a:rPr lang="fr-FR" i="1" dirty="0"/>
              <a:t>The team and the robot.</a:t>
            </a:r>
          </a:p>
        </p:txBody>
      </p:sp>
      <p:pic>
        <p:nvPicPr>
          <p:cNvPr id="11265" name="Picture 1" descr="C:\Users\Melanie\Downloads\25489016_1292864104152521_11699480_n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7448" y="3501008"/>
            <a:ext cx="3168352" cy="32627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1026" name="Picture 2" descr="C:\Users\Melanie\Downloads\IMG_20171218_104559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43484" y="3501008"/>
            <a:ext cx="4752528" cy="311645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063857-B6C1-4122-8C0C-E791382DFA47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bg1"/>
                </a:solidFill>
              </a:rPr>
              <a:t>1. The team and the robot  </a:t>
            </a:r>
            <a:r>
              <a:rPr lang="fr-FR" sz="1600" b="1" dirty="0">
                <a:solidFill>
                  <a:schemeClr val="tx1"/>
                </a:solidFill>
              </a:rPr>
              <a:t>2. The NI Contest 2017 3. Architecture 4. Time Line 5. Schedule of tasks 6. WBS Project 7. Trello</a:t>
            </a:r>
          </a:p>
        </p:txBody>
      </p:sp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9E96BD75-49D1-40E3-A59D-8BD3E8CF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3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79F4486A-7D50-4244-8424-49F990DBC6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 descr="C:\Users\Melanie\Desktop\bla.JPG">
            <a:extLst>
              <a:ext uri="{FF2B5EF4-FFF2-40B4-BE49-F238E27FC236}">
                <a16:creationId xmlns:a16="http://schemas.microsoft.com/office/drawing/2014/main" id="{50650449-C516-49A5-B434-D5EC7E172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lum contrast="-3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0420" y="751149"/>
            <a:ext cx="9144000" cy="739552"/>
          </a:xfrm>
        </p:spPr>
        <p:txBody>
          <a:bodyPr rtlCol="0"/>
          <a:lstStyle/>
          <a:p>
            <a:pPr rtl="0"/>
            <a:r>
              <a:rPr lang="fr-FR" i="1" dirty="0"/>
              <a:t>The NI Contest 2017 – the course.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1B66712-A347-402B-A6EA-E018F8FC4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57859" y="-484041"/>
            <a:ext cx="5061818" cy="9011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13EACB8F-131E-4B68-8897-C61D238587E0}"/>
              </a:ext>
            </a:extLst>
          </p:cNvPr>
          <p:cNvGrpSpPr/>
          <p:nvPr/>
        </p:nvGrpSpPr>
        <p:grpSpPr>
          <a:xfrm>
            <a:off x="8799014" y="4267573"/>
            <a:ext cx="1512168" cy="381619"/>
            <a:chOff x="10679832" y="4187674"/>
            <a:chExt cx="1512168" cy="381619"/>
          </a:xfrm>
        </p:grpSpPr>
        <p:sp>
          <p:nvSpPr>
            <p:cNvPr id="4" name="Rectangle à coins arrondis 3"/>
            <p:cNvSpPr/>
            <p:nvPr/>
          </p:nvSpPr>
          <p:spPr>
            <a:xfrm>
              <a:off x="10756256" y="4209253"/>
              <a:ext cx="1224136" cy="360040"/>
            </a:xfrm>
            <a:prstGeom prst="wedgeRoundRectCallout">
              <a:avLst>
                <a:gd name="adj1" fmla="val -18569"/>
                <a:gd name="adj2" fmla="val 8045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ZoneTexte 5"/>
            <p:cNvSpPr txBox="1"/>
            <p:nvPr/>
          </p:nvSpPr>
          <p:spPr>
            <a:xfrm>
              <a:off x="10679832" y="4187674"/>
              <a:ext cx="15121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1- </a:t>
              </a:r>
              <a:r>
                <a:rPr lang="fr-FR" dirty="0" err="1">
                  <a:solidFill>
                    <a:schemeClr val="bg1"/>
                  </a:solidFill>
                </a:rPr>
                <a:t>Departure</a:t>
              </a:r>
              <a:endParaRPr lang="fr-FR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tangle à coins arrondis 6"/>
          <p:cNvSpPr/>
          <p:nvPr/>
        </p:nvSpPr>
        <p:spPr>
          <a:xfrm>
            <a:off x="3297100" y="5781589"/>
            <a:ext cx="1872208" cy="494764"/>
          </a:xfrm>
          <a:prstGeom prst="wedgeRoundRectCallout">
            <a:avLst>
              <a:gd name="adj1" fmla="val 40864"/>
              <a:gd name="adj2" fmla="val -844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3297100" y="5844305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3- Closing of flaps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1208868" y="4845485"/>
            <a:ext cx="1872208" cy="494764"/>
          </a:xfrm>
          <a:prstGeom prst="wedgeRoundRectCallout">
            <a:avLst>
              <a:gd name="adj1" fmla="val -39057"/>
              <a:gd name="adj2" fmla="val -974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1280876" y="4773477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>
                <a:solidFill>
                  <a:schemeClr val="bg1"/>
                </a:solidFill>
              </a:rPr>
              <a:t>4- Ball into the buckets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1928948" y="3045285"/>
            <a:ext cx="1944216" cy="360040"/>
          </a:xfrm>
          <a:prstGeom prst="wedgeRoundRectCallout">
            <a:avLst>
              <a:gd name="adj1" fmla="val -39057"/>
              <a:gd name="adj2" fmla="val -974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1856940" y="3045285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5- Color balls sorter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5601356" y="4845485"/>
            <a:ext cx="1728192" cy="422756"/>
          </a:xfrm>
          <a:prstGeom prst="wedgeRoundRectCallout">
            <a:avLst>
              <a:gd name="adj1" fmla="val 12785"/>
              <a:gd name="adj2" fmla="val 853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/>
          <p:cNvSpPr txBox="1"/>
          <p:nvPr/>
        </p:nvSpPr>
        <p:spPr>
          <a:xfrm>
            <a:off x="5673364" y="4908201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>
                <a:solidFill>
                  <a:schemeClr val="bg1"/>
                </a:solidFill>
              </a:rPr>
              <a:t>2- Line follower</a:t>
            </a:r>
          </a:p>
        </p:txBody>
      </p:sp>
      <p:sp>
        <p:nvSpPr>
          <p:cNvPr id="20" name="Espace réservé du numéro de diapositive 3">
            <a:extLst>
              <a:ext uri="{FF2B5EF4-FFF2-40B4-BE49-F238E27FC236}">
                <a16:creationId xmlns:a16="http://schemas.microsoft.com/office/drawing/2014/main" id="{8C82E568-62E8-4695-ACBD-B6A09D4F6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4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A2DC3A56-D9EE-4EA5-BB48-161B5E8C586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C62A207-CFBF-40D9-B608-B31920A3E7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287" y="4569293"/>
            <a:ext cx="1188309" cy="112563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28ED1A7-7A4E-4701-9EDB-CFF9357B8952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</a:t>
            </a:r>
            <a:r>
              <a:rPr lang="fr-FR" sz="1600" b="1" dirty="0">
                <a:solidFill>
                  <a:schemeClr val="bg1"/>
                </a:solidFill>
              </a:rPr>
              <a:t>2. The NI Contest 2017 </a:t>
            </a:r>
            <a:r>
              <a:rPr lang="fr-FR" sz="1600" b="1" dirty="0">
                <a:solidFill>
                  <a:schemeClr val="tx1"/>
                </a:solidFill>
              </a:rPr>
              <a:t>3. Architecture 4. Time Line 5. Schedule of tasks 6. WBS Project 7. Trello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E633CAF-14BC-4C7D-A2F0-4020506344F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00741" y="2006455"/>
            <a:ext cx="1205133" cy="112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3333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0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836 0.02708 L -0.47929 0.02986 L -0.48372 -0.09074 L -0.61328 -0.10371 L -0.48372 -0.0919 L -0.48737 -0.15417 L -0.60898 -0.16829 L -0.4888 -0.15671 L -0.4888 -0.20324 L -0.60169 -0.22269 L -0.4888 -0.20972 L -0.49388 -0.26158 L -0.59518 -0.28611 L -0.49388 -0.26551 L -0.49752 -0.34815 " pathEditMode="relative" ptsTypes="AAAAAAAAAAAAAAA">
                                      <p:cBhvr>
                                        <p:cTn id="11" dur="1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0"/>
                            </p:stCondLst>
                            <p:childTnLst>
                              <p:par>
                                <p:cTn id="13" presetID="45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500"/>
                            </p:stCondLst>
                            <p:childTnLst>
                              <p:par>
                                <p:cTn id="2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2.96296E-6 L 0.37135 0.09259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568" y="463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/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15" name="Titre 1"/>
          <p:cNvSpPr txBox="1">
            <a:spLocks/>
          </p:cNvSpPr>
          <p:nvPr/>
        </p:nvSpPr>
        <p:spPr>
          <a:xfrm>
            <a:off x="426127" y="888676"/>
            <a:ext cx="9774315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1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Static</a:t>
            </a:r>
            <a:r>
              <a:rPr kumimoji="0" lang="fr-FR" sz="4800" b="0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Architecture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4121877B-BA28-4C42-8AE2-3712E5C7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5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7D2D57D-48B2-431D-848F-AA8B2C5870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1E74DAE-8670-4F34-9CBF-CA7809644F0A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</a:t>
            </a:r>
            <a:r>
              <a:rPr lang="fr-FR" sz="1600" b="1" dirty="0">
                <a:solidFill>
                  <a:schemeClr val="bg1"/>
                </a:solidFill>
              </a:rPr>
              <a:t>3. Architecture </a:t>
            </a:r>
            <a:r>
              <a:rPr lang="fr-FR" sz="1600" b="1" dirty="0">
                <a:solidFill>
                  <a:schemeClr val="tx1"/>
                </a:solidFill>
              </a:rPr>
              <a:t>4. Time Line 5. Schedule of tasks 6. WBS Project 7. Trello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663AD26-B924-4152-BC81-860707D4E280}"/>
              </a:ext>
            </a:extLst>
          </p:cNvPr>
          <p:cNvSpPr/>
          <p:nvPr/>
        </p:nvSpPr>
        <p:spPr>
          <a:xfrm>
            <a:off x="1413774" y="3816634"/>
            <a:ext cx="2138581" cy="167605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241A301-483D-450C-A564-89267A768BB6}"/>
              </a:ext>
            </a:extLst>
          </p:cNvPr>
          <p:cNvSpPr/>
          <p:nvPr/>
        </p:nvSpPr>
        <p:spPr>
          <a:xfrm>
            <a:off x="1631140" y="4907257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 Motors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AEC147F-B60C-4303-9D3B-AB0131C492C2}"/>
              </a:ext>
            </a:extLst>
          </p:cNvPr>
          <p:cNvSpPr/>
          <p:nvPr/>
        </p:nvSpPr>
        <p:spPr>
          <a:xfrm>
            <a:off x="4789981" y="5806840"/>
            <a:ext cx="1346599" cy="77220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endParaRPr lang="fr-FR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A2A8AC3A-6CD8-46D0-9F5B-DAEA6429C7D8}"/>
              </a:ext>
            </a:extLst>
          </p:cNvPr>
          <p:cNvSpPr/>
          <p:nvPr/>
        </p:nvSpPr>
        <p:spPr>
          <a:xfrm>
            <a:off x="1266350" y="2142650"/>
            <a:ext cx="2288332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15933EF-705B-4C28-A33B-FC50FDD79122}"/>
              </a:ext>
            </a:extLst>
          </p:cNvPr>
          <p:cNvSpPr/>
          <p:nvPr/>
        </p:nvSpPr>
        <p:spPr>
          <a:xfrm>
            <a:off x="1491747" y="2656902"/>
            <a:ext cx="1695549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6 photodiodes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2760D19-9BE1-4030-BB3A-1BEAA79B24B0}"/>
              </a:ext>
            </a:extLst>
          </p:cNvPr>
          <p:cNvSpPr txBox="1"/>
          <p:nvPr/>
        </p:nvSpPr>
        <p:spPr>
          <a:xfrm>
            <a:off x="1535374" y="2151270"/>
            <a:ext cx="160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Line Follower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A40AC0E-5884-4F9E-8429-1C8068FBF5F2}"/>
              </a:ext>
            </a:extLst>
          </p:cNvPr>
          <p:cNvSpPr/>
          <p:nvPr/>
        </p:nvSpPr>
        <p:spPr>
          <a:xfrm>
            <a:off x="7559275" y="2199427"/>
            <a:ext cx="2288332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92FC60B-82E8-46C0-A1EA-937A6F20A13F}"/>
              </a:ext>
            </a:extLst>
          </p:cNvPr>
          <p:cNvSpPr/>
          <p:nvPr/>
        </p:nvSpPr>
        <p:spPr>
          <a:xfrm>
            <a:off x="7787687" y="2711439"/>
            <a:ext cx="1532891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</a:t>
            </a:r>
            <a:r>
              <a:rPr lang="fr-FR" dirty="0" err="1"/>
              <a:t>Motor</a:t>
            </a:r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178F3F7-0F6E-44B4-AEDF-F202D944F034}"/>
              </a:ext>
            </a:extLst>
          </p:cNvPr>
          <p:cNvSpPr txBox="1"/>
          <p:nvPr/>
        </p:nvSpPr>
        <p:spPr>
          <a:xfrm>
            <a:off x="7812304" y="2227556"/>
            <a:ext cx="2035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Closing</a:t>
            </a:r>
            <a:r>
              <a:rPr lang="fr-FR" dirty="0"/>
              <a:t> of </a:t>
            </a:r>
            <a:r>
              <a:rPr lang="fr-FR" dirty="0" err="1"/>
              <a:t>Flaps</a:t>
            </a:r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438EC57-CB4B-4A29-84AF-02272FF3B946}"/>
              </a:ext>
            </a:extLst>
          </p:cNvPr>
          <p:cNvSpPr/>
          <p:nvPr/>
        </p:nvSpPr>
        <p:spPr>
          <a:xfrm>
            <a:off x="1631140" y="4428535"/>
            <a:ext cx="1653536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 photodiode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80DDCDF-A352-46BF-8A41-5CC0CC805B3D}"/>
              </a:ext>
            </a:extLst>
          </p:cNvPr>
          <p:cNvSpPr txBox="1"/>
          <p:nvPr/>
        </p:nvSpPr>
        <p:spPr>
          <a:xfrm>
            <a:off x="1592760" y="3957675"/>
            <a:ext cx="1991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AEECE62C-7C21-40C5-957B-8F773F477244}"/>
              </a:ext>
            </a:extLst>
          </p:cNvPr>
          <p:cNvSpPr/>
          <p:nvPr/>
        </p:nvSpPr>
        <p:spPr>
          <a:xfrm>
            <a:off x="7532388" y="5060878"/>
            <a:ext cx="2288332" cy="115973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90CBA2A-EFD9-40DB-A514-9AD78B471BF4}"/>
              </a:ext>
            </a:extLst>
          </p:cNvPr>
          <p:cNvSpPr/>
          <p:nvPr/>
        </p:nvSpPr>
        <p:spPr>
          <a:xfrm>
            <a:off x="7793306" y="5605114"/>
            <a:ext cx="1532891" cy="339734"/>
          </a:xfrm>
          <a:prstGeom prst="roundRect">
            <a:avLst/>
          </a:prstGeom>
          <a:solidFill>
            <a:srgbClr val="06940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2 Motors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A67EF5D-90ED-4941-A558-A34FE589D134}"/>
              </a:ext>
            </a:extLst>
          </p:cNvPr>
          <p:cNvSpPr txBox="1"/>
          <p:nvPr/>
        </p:nvSpPr>
        <p:spPr>
          <a:xfrm>
            <a:off x="8148271" y="5111568"/>
            <a:ext cx="1061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Smasher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A9B8576-C783-4C96-A85E-5F0FBD68214B}"/>
              </a:ext>
            </a:extLst>
          </p:cNvPr>
          <p:cNvSpPr/>
          <p:nvPr/>
        </p:nvSpPr>
        <p:spPr>
          <a:xfrm>
            <a:off x="4645012" y="1743663"/>
            <a:ext cx="1213357" cy="44597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Battery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802E379-EF7D-4281-8C6A-603DFC753806}"/>
              </a:ext>
            </a:extLst>
          </p:cNvPr>
          <p:cNvSpPr/>
          <p:nvPr/>
        </p:nvSpPr>
        <p:spPr>
          <a:xfrm>
            <a:off x="4555159" y="3514508"/>
            <a:ext cx="1389611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Power Interface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685C824-E2D9-47A3-B870-84ED9B696E39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flipH="1">
            <a:off x="5249965" y="2189640"/>
            <a:ext cx="1726" cy="1324868"/>
          </a:xfrm>
          <a:prstGeom prst="line">
            <a:avLst/>
          </a:prstGeom>
          <a:ln w="38100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4604CADF-ED20-4F25-A3B0-FDFEDE46600C}"/>
              </a:ext>
            </a:extLst>
          </p:cNvPr>
          <p:cNvSpPr txBox="1"/>
          <p:nvPr/>
        </p:nvSpPr>
        <p:spPr>
          <a:xfrm>
            <a:off x="5230438" y="2511974"/>
            <a:ext cx="670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12V</a:t>
            </a:r>
          </a:p>
        </p:txBody>
      </p:sp>
      <p:cxnSp>
        <p:nvCxnSpPr>
          <p:cNvPr id="29" name="Connecteur : en angle 28">
            <a:extLst>
              <a:ext uri="{FF2B5EF4-FFF2-40B4-BE49-F238E27FC236}">
                <a16:creationId xmlns:a16="http://schemas.microsoft.com/office/drawing/2014/main" id="{3B6CB906-6E3E-49E6-880D-3FB7D0BFFC53}"/>
              </a:ext>
            </a:extLst>
          </p:cNvPr>
          <p:cNvCxnSpPr>
            <a:cxnSpLocks/>
          </p:cNvCxnSpPr>
          <p:nvPr/>
        </p:nvCxnSpPr>
        <p:spPr>
          <a:xfrm>
            <a:off x="3189358" y="2822842"/>
            <a:ext cx="1365801" cy="964682"/>
          </a:xfrm>
          <a:prstGeom prst="bentConnector3">
            <a:avLst/>
          </a:prstGeom>
          <a:ln w="38100">
            <a:solidFill>
              <a:srgbClr val="EA5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 : en angle 29">
            <a:extLst>
              <a:ext uri="{FF2B5EF4-FFF2-40B4-BE49-F238E27FC236}">
                <a16:creationId xmlns:a16="http://schemas.microsoft.com/office/drawing/2014/main" id="{6FA27449-8972-485B-B33F-B73172A91E16}"/>
              </a:ext>
            </a:extLst>
          </p:cNvPr>
          <p:cNvCxnSpPr>
            <a:cxnSpLocks/>
          </p:cNvCxnSpPr>
          <p:nvPr/>
        </p:nvCxnSpPr>
        <p:spPr>
          <a:xfrm rot="10800000" flipV="1">
            <a:off x="5937905" y="2825961"/>
            <a:ext cx="1856091" cy="955904"/>
          </a:xfrm>
          <a:prstGeom prst="bentConnector3">
            <a:avLst/>
          </a:prstGeom>
          <a:ln w="38100">
            <a:solidFill>
              <a:srgbClr val="EA5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 : en angle 30">
            <a:extLst>
              <a:ext uri="{FF2B5EF4-FFF2-40B4-BE49-F238E27FC236}">
                <a16:creationId xmlns:a16="http://schemas.microsoft.com/office/drawing/2014/main" id="{62C6515D-49A3-448C-8C67-D463F7EA941C}"/>
              </a:ext>
            </a:extLst>
          </p:cNvPr>
          <p:cNvCxnSpPr>
            <a:cxnSpLocks/>
          </p:cNvCxnSpPr>
          <p:nvPr/>
        </p:nvCxnSpPr>
        <p:spPr>
          <a:xfrm flipV="1">
            <a:off x="3292318" y="4356117"/>
            <a:ext cx="1234466" cy="281357"/>
          </a:xfrm>
          <a:prstGeom prst="bentConnector3">
            <a:avLst/>
          </a:prstGeom>
          <a:ln w="38100">
            <a:solidFill>
              <a:srgbClr val="EA5F00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A061305C-D528-4043-BB81-66C540222952}"/>
              </a:ext>
            </a:extLst>
          </p:cNvPr>
          <p:cNvCxnSpPr>
            <a:cxnSpLocks/>
          </p:cNvCxnSpPr>
          <p:nvPr/>
        </p:nvCxnSpPr>
        <p:spPr>
          <a:xfrm rot="10800000">
            <a:off x="5953962" y="4384782"/>
            <a:ext cx="1823975" cy="1422058"/>
          </a:xfrm>
          <a:prstGeom prst="bentConnector3">
            <a:avLst>
              <a:gd name="adj1" fmla="val 50000"/>
            </a:avLst>
          </a:prstGeom>
          <a:ln w="38100">
            <a:solidFill>
              <a:srgbClr val="EA5F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ZoneTexte 32">
            <a:extLst>
              <a:ext uri="{FF2B5EF4-FFF2-40B4-BE49-F238E27FC236}">
                <a16:creationId xmlns:a16="http://schemas.microsoft.com/office/drawing/2014/main" id="{A6610ABA-8F35-4ADC-A9FB-166DB59B0981}"/>
              </a:ext>
            </a:extLst>
          </p:cNvPr>
          <p:cNvSpPr txBox="1"/>
          <p:nvPr/>
        </p:nvSpPr>
        <p:spPr>
          <a:xfrm>
            <a:off x="3987792" y="3412076"/>
            <a:ext cx="567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406E2A5-3339-44EC-A25F-C1F779B83C87}"/>
              </a:ext>
            </a:extLst>
          </p:cNvPr>
          <p:cNvSpPr txBox="1"/>
          <p:nvPr/>
        </p:nvSpPr>
        <p:spPr>
          <a:xfrm>
            <a:off x="6197843" y="3426865"/>
            <a:ext cx="605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95E99C6-4A73-416D-91AD-83F7496DF79F}"/>
              </a:ext>
            </a:extLst>
          </p:cNvPr>
          <p:cNvSpPr txBox="1"/>
          <p:nvPr/>
        </p:nvSpPr>
        <p:spPr>
          <a:xfrm>
            <a:off x="4261699" y="4774636"/>
            <a:ext cx="561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6AC94D0B-8407-4123-A909-EC667B6D0573}"/>
              </a:ext>
            </a:extLst>
          </p:cNvPr>
          <p:cNvSpPr txBox="1"/>
          <p:nvPr/>
        </p:nvSpPr>
        <p:spPr>
          <a:xfrm>
            <a:off x="6162679" y="4341784"/>
            <a:ext cx="62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5V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B22B0A6-C7B7-4270-8138-39F3FB398C49}"/>
              </a:ext>
            </a:extLst>
          </p:cNvPr>
          <p:cNvCxnSpPr>
            <a:cxnSpLocks/>
          </p:cNvCxnSpPr>
          <p:nvPr/>
        </p:nvCxnSpPr>
        <p:spPr>
          <a:xfrm>
            <a:off x="4791590" y="4637474"/>
            <a:ext cx="0" cy="474094"/>
          </a:xfrm>
          <a:prstGeom prst="line">
            <a:avLst/>
          </a:prstGeom>
          <a:ln w="38100">
            <a:solidFill>
              <a:srgbClr val="EA5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77692B44-D68C-4548-A2B1-AB1924A48149}"/>
              </a:ext>
            </a:extLst>
          </p:cNvPr>
          <p:cNvCxnSpPr>
            <a:cxnSpLocks/>
          </p:cNvCxnSpPr>
          <p:nvPr/>
        </p:nvCxnSpPr>
        <p:spPr>
          <a:xfrm flipH="1">
            <a:off x="3292318" y="5144558"/>
            <a:ext cx="1499272" cy="0"/>
          </a:xfrm>
          <a:prstGeom prst="line">
            <a:avLst/>
          </a:prstGeom>
          <a:ln w="38100">
            <a:solidFill>
              <a:srgbClr val="EA5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 : en angle 38">
            <a:extLst>
              <a:ext uri="{FF2B5EF4-FFF2-40B4-BE49-F238E27FC236}">
                <a16:creationId xmlns:a16="http://schemas.microsoft.com/office/drawing/2014/main" id="{B68D852A-439F-4B37-AC10-8DFC668CCD8B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479916" y="2722516"/>
            <a:ext cx="786435" cy="3749500"/>
          </a:xfrm>
          <a:prstGeom prst="bentConnector2">
            <a:avLst/>
          </a:prstGeom>
          <a:ln w="38100">
            <a:solidFill>
              <a:srgbClr val="CD0B9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8050BE7-CD18-4049-AF92-D2CEF834524D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881018" y="4597266"/>
            <a:ext cx="750122" cy="1136"/>
          </a:xfrm>
          <a:prstGeom prst="line">
            <a:avLst/>
          </a:prstGeom>
          <a:ln w="38100">
            <a:solidFill>
              <a:srgbClr val="7030A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F1A84A77-8404-49EB-BE42-9277A00C4E97}"/>
              </a:ext>
            </a:extLst>
          </p:cNvPr>
          <p:cNvCxnSpPr>
            <a:cxnSpLocks/>
          </p:cNvCxnSpPr>
          <p:nvPr/>
        </p:nvCxnSpPr>
        <p:spPr>
          <a:xfrm flipV="1">
            <a:off x="1235817" y="5060879"/>
            <a:ext cx="0" cy="9112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 : en angle 41">
            <a:extLst>
              <a:ext uri="{FF2B5EF4-FFF2-40B4-BE49-F238E27FC236}">
                <a16:creationId xmlns:a16="http://schemas.microsoft.com/office/drawing/2014/main" id="{ADD3400F-F1F1-41B9-8DAE-C430821BFE2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9320578" y="2881306"/>
            <a:ext cx="694777" cy="3471122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746776DA-99F6-474F-A398-39D99746AD0E}"/>
              </a:ext>
            </a:extLst>
          </p:cNvPr>
          <p:cNvCxnSpPr>
            <a:cxnSpLocks/>
          </p:cNvCxnSpPr>
          <p:nvPr/>
        </p:nvCxnSpPr>
        <p:spPr>
          <a:xfrm flipH="1">
            <a:off x="9320578" y="5806840"/>
            <a:ext cx="694777" cy="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D8173C5A-0D0A-476F-AD7E-C5C216B769B0}"/>
              </a:ext>
            </a:extLst>
          </p:cNvPr>
          <p:cNvCxnSpPr>
            <a:cxnSpLocks/>
          </p:cNvCxnSpPr>
          <p:nvPr/>
        </p:nvCxnSpPr>
        <p:spPr>
          <a:xfrm>
            <a:off x="485935" y="6446404"/>
            <a:ext cx="4295326" cy="4052"/>
          </a:xfrm>
          <a:prstGeom prst="line">
            <a:avLst/>
          </a:prstGeom>
          <a:ln w="38100">
            <a:solidFill>
              <a:srgbClr val="CD0B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F08E7D0E-072F-4F88-A3BB-C570BBE69DF8}"/>
              </a:ext>
            </a:extLst>
          </p:cNvPr>
          <p:cNvCxnSpPr>
            <a:cxnSpLocks/>
          </p:cNvCxnSpPr>
          <p:nvPr/>
        </p:nvCxnSpPr>
        <p:spPr>
          <a:xfrm flipV="1">
            <a:off x="1235817" y="5944848"/>
            <a:ext cx="3545444" cy="1031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BD24D032-0391-4ECD-8238-190C26C23940}"/>
              </a:ext>
            </a:extLst>
          </p:cNvPr>
          <p:cNvCxnSpPr>
            <a:cxnSpLocks/>
          </p:cNvCxnSpPr>
          <p:nvPr/>
        </p:nvCxnSpPr>
        <p:spPr>
          <a:xfrm>
            <a:off x="6145300" y="6352428"/>
            <a:ext cx="3870055" cy="3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F0D63BA9-E9BB-47C3-A64E-3E2B49CC1825}"/>
              </a:ext>
            </a:extLst>
          </p:cNvPr>
          <p:cNvSpPr txBox="1"/>
          <p:nvPr/>
        </p:nvSpPr>
        <p:spPr>
          <a:xfrm>
            <a:off x="6432908" y="6035944"/>
            <a:ext cx="1409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PWM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1B1E220C-8BF5-421C-8E24-51BCB4059C34}"/>
              </a:ext>
            </a:extLst>
          </p:cNvPr>
          <p:cNvSpPr txBox="1"/>
          <p:nvPr/>
        </p:nvSpPr>
        <p:spPr>
          <a:xfrm>
            <a:off x="470417" y="4262893"/>
            <a:ext cx="1090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Analogic</a:t>
            </a:r>
            <a:endParaRPr lang="fr-FR" dirty="0"/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34BF7F5E-1F6D-4A73-A7D3-A3583596F12D}"/>
              </a:ext>
            </a:extLst>
          </p:cNvPr>
          <p:cNvCxnSpPr>
            <a:cxnSpLocks/>
          </p:cNvCxnSpPr>
          <p:nvPr/>
        </p:nvCxnSpPr>
        <p:spPr>
          <a:xfrm>
            <a:off x="1212850" y="5074017"/>
            <a:ext cx="40686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52C5B1B0-D417-42A9-996E-ED4FC5A22831}"/>
              </a:ext>
            </a:extLst>
          </p:cNvPr>
          <p:cNvCxnSpPr>
            <a:stCxn id="26" idx="2"/>
          </p:cNvCxnSpPr>
          <p:nvPr/>
        </p:nvCxnSpPr>
        <p:spPr>
          <a:xfrm>
            <a:off x="5249965" y="4663015"/>
            <a:ext cx="0" cy="1143825"/>
          </a:xfrm>
          <a:prstGeom prst="line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C0210424-95D3-446B-9817-6A1AFA354953}"/>
              </a:ext>
            </a:extLst>
          </p:cNvPr>
          <p:cNvSpPr txBox="1"/>
          <p:nvPr/>
        </p:nvSpPr>
        <p:spPr>
          <a:xfrm>
            <a:off x="5353887" y="5234927"/>
            <a:ext cx="623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12V</a:t>
            </a:r>
          </a:p>
        </p:txBody>
      </p: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6BEA6E55-C441-4DD5-BAFD-B55ED1B941A7}"/>
              </a:ext>
            </a:extLst>
          </p:cNvPr>
          <p:cNvCxnSpPr>
            <a:cxnSpLocks/>
          </p:cNvCxnSpPr>
          <p:nvPr/>
        </p:nvCxnSpPr>
        <p:spPr>
          <a:xfrm flipV="1">
            <a:off x="873133" y="6213528"/>
            <a:ext cx="3908128" cy="30962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38CF161E-889E-4049-B333-4BA8D1027C3B}"/>
              </a:ext>
            </a:extLst>
          </p:cNvPr>
          <p:cNvCxnSpPr>
            <a:cxnSpLocks/>
          </p:cNvCxnSpPr>
          <p:nvPr/>
        </p:nvCxnSpPr>
        <p:spPr>
          <a:xfrm>
            <a:off x="881018" y="4604683"/>
            <a:ext cx="7073" cy="1639807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ZoneTexte 68">
            <a:extLst>
              <a:ext uri="{FF2B5EF4-FFF2-40B4-BE49-F238E27FC236}">
                <a16:creationId xmlns:a16="http://schemas.microsoft.com/office/drawing/2014/main" id="{4A41DF86-2DB3-4A1D-BE52-7CE28E96F57E}"/>
              </a:ext>
            </a:extLst>
          </p:cNvPr>
          <p:cNvSpPr txBox="1"/>
          <p:nvPr/>
        </p:nvSpPr>
        <p:spPr>
          <a:xfrm>
            <a:off x="568754" y="2353184"/>
            <a:ext cx="50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I2C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5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2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30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5" grpId="0" animBg="1"/>
      <p:bldP spid="26" grpId="0" animBg="1"/>
      <p:bldP spid="28" grpId="0"/>
      <p:bldP spid="33" grpId="0"/>
      <p:bldP spid="34" grpId="0"/>
      <p:bldP spid="35" grpId="0"/>
      <p:bldP spid="36" grpId="0"/>
      <p:bldP spid="47" grpId="0"/>
      <p:bldP spid="48" grpId="0"/>
      <p:bldP spid="50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/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15" name="Titre 1"/>
          <p:cNvSpPr txBox="1">
            <a:spLocks/>
          </p:cNvSpPr>
          <p:nvPr/>
        </p:nvSpPr>
        <p:spPr>
          <a:xfrm>
            <a:off x="683581" y="1084556"/>
            <a:ext cx="9428085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Dynamic Architecture</a:t>
            </a:r>
            <a:endParaRPr kumimoji="0" lang="fr-FR" sz="4800" b="0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4121877B-BA28-4C42-8AE2-3712E5C7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6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37D2D57D-48B2-431D-848F-AA8B2C5870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08CC32-D3F3-4067-9F31-B898649E945A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</a:t>
            </a:r>
            <a:r>
              <a:rPr lang="fr-FR" sz="1600" b="1" dirty="0">
                <a:solidFill>
                  <a:schemeClr val="bg1"/>
                </a:solidFill>
              </a:rPr>
              <a:t>3. Architecture </a:t>
            </a:r>
            <a:r>
              <a:rPr lang="fr-FR" sz="1600" b="1" dirty="0">
                <a:solidFill>
                  <a:schemeClr val="tx1"/>
                </a:solidFill>
              </a:rPr>
              <a:t>4. Time Line 5. Schedule of tasks 6. WBS Project 7. Trello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065284C-3584-4852-AF2E-3E787618D58C}"/>
              </a:ext>
            </a:extLst>
          </p:cNvPr>
          <p:cNvSpPr/>
          <p:nvPr/>
        </p:nvSpPr>
        <p:spPr>
          <a:xfrm>
            <a:off x="3760453" y="3599093"/>
            <a:ext cx="2105975" cy="114850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MyRio</a:t>
            </a:r>
            <a:r>
              <a:rPr lang="fr-FR" dirty="0"/>
              <a:t> :</a:t>
            </a:r>
          </a:p>
          <a:p>
            <a:pPr algn="ctr"/>
            <a:r>
              <a:rPr lang="fr-FR" dirty="0" err="1"/>
              <a:t>Labview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State Machine</a:t>
            </a: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139F7208-5279-4153-AC24-6A326C143B8E}"/>
              </a:ext>
            </a:extLst>
          </p:cNvPr>
          <p:cNvSpPr/>
          <p:nvPr/>
        </p:nvSpPr>
        <p:spPr>
          <a:xfrm>
            <a:off x="6806698" y="439861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Closing</a:t>
            </a:r>
            <a:r>
              <a:rPr lang="fr-FR" dirty="0"/>
              <a:t> of </a:t>
            </a:r>
            <a:r>
              <a:rPr lang="fr-FR" dirty="0" err="1"/>
              <a:t>Flaps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F6CD9951-1F72-40CA-A31F-C91CF7CF217E}"/>
              </a:ext>
            </a:extLst>
          </p:cNvPr>
          <p:cNvSpPr/>
          <p:nvPr/>
        </p:nvSpPr>
        <p:spPr>
          <a:xfrm>
            <a:off x="3698233" y="5415807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Wheels</a:t>
            </a:r>
            <a:r>
              <a:rPr lang="fr-FR" dirty="0"/>
              <a:t> Command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80642640-A6BB-4B6C-B024-5556FA26C42C}"/>
              </a:ext>
            </a:extLst>
          </p:cNvPr>
          <p:cNvSpPr/>
          <p:nvPr/>
        </p:nvSpPr>
        <p:spPr>
          <a:xfrm>
            <a:off x="3760453" y="238682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 err="1"/>
              <a:t>Color</a:t>
            </a:r>
            <a:r>
              <a:rPr lang="fr-FR" dirty="0"/>
              <a:t> </a:t>
            </a:r>
            <a:r>
              <a:rPr lang="fr-FR" dirty="0" err="1"/>
              <a:t>balls</a:t>
            </a:r>
            <a:r>
              <a:rPr lang="fr-FR" dirty="0"/>
              <a:t> </a:t>
            </a:r>
            <a:r>
              <a:rPr lang="fr-FR" dirty="0" err="1"/>
              <a:t>sorter</a:t>
            </a:r>
            <a:endParaRPr lang="fr-FR" dirty="0"/>
          </a:p>
          <a:p>
            <a:pPr algn="ctr"/>
            <a:endParaRPr lang="fr-FR" dirty="0"/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4EB075FC-8FF4-49E4-BB79-EBF56BD49CE5}"/>
              </a:ext>
            </a:extLst>
          </p:cNvPr>
          <p:cNvSpPr/>
          <p:nvPr/>
        </p:nvSpPr>
        <p:spPr>
          <a:xfrm>
            <a:off x="6776063" y="2334413"/>
            <a:ext cx="1670166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Smasher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ADC42DCC-CAED-4D06-A844-385A795A24D4}"/>
              </a:ext>
            </a:extLst>
          </p:cNvPr>
          <p:cNvSpPr/>
          <p:nvPr/>
        </p:nvSpPr>
        <p:spPr>
          <a:xfrm>
            <a:off x="356826" y="4516705"/>
            <a:ext cx="2138581" cy="60444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r>
              <a:rPr lang="fr-FR" dirty="0"/>
              <a:t>Line Follower</a:t>
            </a:r>
          </a:p>
          <a:p>
            <a:pPr algn="ctr"/>
            <a:endParaRPr lang="fr-FR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3EEE8210-08A9-4FF6-B3D8-CC9E809A45C1}"/>
              </a:ext>
            </a:extLst>
          </p:cNvPr>
          <p:cNvCxnSpPr>
            <a:cxnSpLocks/>
          </p:cNvCxnSpPr>
          <p:nvPr/>
        </p:nvCxnSpPr>
        <p:spPr>
          <a:xfrm flipV="1">
            <a:off x="4767523" y="2994648"/>
            <a:ext cx="0" cy="604445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9214F3E4-0B7F-42DE-BFC2-7AF5CAD1F515}"/>
              </a:ext>
            </a:extLst>
          </p:cNvPr>
          <p:cNvCxnSpPr>
            <a:cxnSpLocks/>
          </p:cNvCxnSpPr>
          <p:nvPr/>
        </p:nvCxnSpPr>
        <p:spPr>
          <a:xfrm>
            <a:off x="4754963" y="4754355"/>
            <a:ext cx="0" cy="661452"/>
          </a:xfrm>
          <a:prstGeom prst="straightConnector1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 : en angle 13">
            <a:extLst>
              <a:ext uri="{FF2B5EF4-FFF2-40B4-BE49-F238E27FC236}">
                <a16:creationId xmlns:a16="http://schemas.microsoft.com/office/drawing/2014/main" id="{14E0D86A-1911-45EB-9B10-961BB2AB4996}"/>
              </a:ext>
            </a:extLst>
          </p:cNvPr>
          <p:cNvCxnSpPr>
            <a:cxnSpLocks/>
          </p:cNvCxnSpPr>
          <p:nvPr/>
        </p:nvCxnSpPr>
        <p:spPr>
          <a:xfrm flipV="1">
            <a:off x="5857893" y="2938859"/>
            <a:ext cx="1836341" cy="898390"/>
          </a:xfrm>
          <a:prstGeom prst="bentConnector2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 : en angle 32">
            <a:extLst>
              <a:ext uri="{FF2B5EF4-FFF2-40B4-BE49-F238E27FC236}">
                <a16:creationId xmlns:a16="http://schemas.microsoft.com/office/drawing/2014/main" id="{C8D908EA-2378-4DF8-AA8C-91803F5381DB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5899034" y="4398615"/>
            <a:ext cx="907664" cy="302223"/>
          </a:xfrm>
          <a:prstGeom prst="bentConnector3">
            <a:avLst/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C9B46F03-936A-4A06-8898-2B5661CBC5EF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21" t="2904" r="12149" b="22556"/>
          <a:stretch/>
        </p:blipFill>
        <p:spPr bwMode="auto">
          <a:xfrm>
            <a:off x="464092" y="5215170"/>
            <a:ext cx="1924050" cy="14668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7" name="Image 36">
            <a:extLst>
              <a:ext uri="{FF2B5EF4-FFF2-40B4-BE49-F238E27FC236}">
                <a16:creationId xmlns:a16="http://schemas.microsoft.com/office/drawing/2014/main" id="{0E12F4B4-B9FD-4D70-A0CE-16F6985BCCA2}"/>
              </a:ext>
            </a:extLst>
          </p:cNvPr>
          <p:cNvPicPr/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289"/>
          <a:stretch/>
        </p:blipFill>
        <p:spPr bwMode="auto">
          <a:xfrm>
            <a:off x="8562949" y="1884759"/>
            <a:ext cx="1228725" cy="2108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6A1A7623-6B47-49C2-976D-1586E877232E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116" y="2035959"/>
            <a:ext cx="2166620" cy="1624965"/>
          </a:xfrm>
          <a:prstGeom prst="rect">
            <a:avLst/>
          </a:prstGeom>
        </p:spPr>
      </p:pic>
      <p:pic>
        <p:nvPicPr>
          <p:cNvPr id="42" name="Image 41">
            <a:extLst>
              <a:ext uri="{FF2B5EF4-FFF2-40B4-BE49-F238E27FC236}">
                <a16:creationId xmlns:a16="http://schemas.microsoft.com/office/drawing/2014/main" id="{B1206A8F-6C63-4465-BE44-5EB3EC8E0334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905" y="5215170"/>
            <a:ext cx="1721565" cy="1231176"/>
          </a:xfrm>
          <a:prstGeom prst="rect">
            <a:avLst/>
          </a:prstGeom>
        </p:spPr>
      </p:pic>
      <p:cxnSp>
        <p:nvCxnSpPr>
          <p:cNvPr id="43" name="Connecteur : en angle 42">
            <a:extLst>
              <a:ext uri="{FF2B5EF4-FFF2-40B4-BE49-F238E27FC236}">
                <a16:creationId xmlns:a16="http://schemas.microsoft.com/office/drawing/2014/main" id="{0CD5453C-EF63-4151-A49A-4F499D0F1B41}"/>
              </a:ext>
            </a:extLst>
          </p:cNvPr>
          <p:cNvCxnSpPr>
            <a:cxnSpLocks/>
            <a:stCxn id="56" idx="3"/>
            <a:endCxn id="25" idx="1"/>
          </p:cNvCxnSpPr>
          <p:nvPr/>
        </p:nvCxnSpPr>
        <p:spPr>
          <a:xfrm flipV="1">
            <a:off x="2495407" y="4173347"/>
            <a:ext cx="1265046" cy="645581"/>
          </a:xfrm>
          <a:prstGeom prst="bentConnector3">
            <a:avLst>
              <a:gd name="adj1" fmla="val 50000"/>
            </a:avLst>
          </a:prstGeom>
          <a:ln w="38100">
            <a:solidFill>
              <a:srgbClr val="CD0B9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4537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0"/>
                            </p:stCondLst>
                            <p:childTnLst>
                              <p:par>
                                <p:cTn id="53" presetID="27" presetClass="emph" presetSubtype="0" fill="remove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50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55" dur="50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50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" dur="500" autoRev="1" fill="remove"/>
                                        <p:tgtEl>
                                          <p:spTgt spid="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0"/>
                            </p:stCondLst>
                            <p:childTnLst>
                              <p:par>
                                <p:cTn id="59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50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1000"/>
                            </p:stCondLst>
                            <p:childTnLst>
                              <p:par>
                                <p:cTn id="6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0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30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4000"/>
                            </p:stCondLst>
                            <p:childTnLst>
                              <p:par>
                                <p:cTn id="81" presetID="26" presetClass="emph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50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0"/>
                            </p:stCondLst>
                            <p:childTnLst>
                              <p:par>
                                <p:cTn id="85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50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6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7000"/>
                            </p:stCondLst>
                            <p:childTnLst>
                              <p:par>
                                <p:cTn id="9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8000"/>
                            </p:stCondLst>
                            <p:childTnLst>
                              <p:par>
                                <p:cTn id="10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6" grpId="1" animBg="1"/>
      <p:bldP spid="56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>
            <a:lum contrast="-3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4" name="Titre 1"/>
          <p:cNvSpPr txBox="1">
            <a:spLocks/>
          </p:cNvSpPr>
          <p:nvPr/>
        </p:nvSpPr>
        <p:spPr>
          <a:xfrm>
            <a:off x="1524000" y="1239416"/>
            <a:ext cx="91440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Time Line</a:t>
            </a:r>
            <a:endParaRPr kumimoji="0" lang="fr-FR" sz="4800" b="0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074" name="Picture 2" descr="D:\ISEN_M1\Projet\SH\time line.png"/>
          <p:cNvPicPr>
            <a:picLocks noChangeAspect="1" noChangeArrowheads="1"/>
          </p:cNvPicPr>
          <p:nvPr/>
        </p:nvPicPr>
        <p:blipFill>
          <a:blip r:embed="rId3" cstate="print"/>
          <a:srcRect l="31216" t="2305"/>
          <a:stretch>
            <a:fillRect/>
          </a:stretch>
        </p:blipFill>
        <p:spPr bwMode="auto">
          <a:xfrm>
            <a:off x="119336" y="2597217"/>
            <a:ext cx="11953328" cy="36282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EC60C8D8-A652-4EB5-9229-FE302115A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7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8F58F46-CC5C-4879-B523-9D93A780DE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6832EF-A101-438B-B05B-318195586B24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3. Architecture </a:t>
            </a:r>
            <a:r>
              <a:rPr lang="fr-FR" sz="1600" b="1" dirty="0">
                <a:solidFill>
                  <a:schemeClr val="bg1"/>
                </a:solidFill>
              </a:rPr>
              <a:t>4. Time Line </a:t>
            </a:r>
            <a:r>
              <a:rPr lang="fr-FR" sz="1600" b="1" dirty="0">
                <a:solidFill>
                  <a:schemeClr val="tx1"/>
                </a:solidFill>
              </a:rPr>
              <a:t>5. Schedule of tasks 6. WBS Project 7. Trello</a:t>
            </a:r>
          </a:p>
        </p:txBody>
      </p:sp>
    </p:spTree>
    <p:extLst>
      <p:ext uri="{BB962C8B-B14F-4D97-AF65-F5344CB8AC3E}">
        <p14:creationId xmlns:p14="http://schemas.microsoft.com/office/powerpoint/2010/main" val="366118085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>
            <a:lum contrast="-3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59511" y="789856"/>
            <a:ext cx="9144000" cy="1143000"/>
          </a:xfrm>
        </p:spPr>
        <p:txBody>
          <a:bodyPr rtlCol="0">
            <a:noAutofit/>
          </a:bodyPr>
          <a:lstStyle/>
          <a:p>
            <a:pPr algn="ctr"/>
            <a:br>
              <a:rPr lang="fr-FR" sz="4800" i="1" dirty="0"/>
            </a:br>
            <a:r>
              <a:rPr lang="fr-FR" sz="4800" i="1" dirty="0"/>
              <a:t>Schedule of tasks</a:t>
            </a:r>
          </a:p>
        </p:txBody>
      </p:sp>
      <p:sp>
        <p:nvSpPr>
          <p:cNvPr id="5" name="Rectangle à coins arrondis 4"/>
          <p:cNvSpPr/>
          <p:nvPr/>
        </p:nvSpPr>
        <p:spPr>
          <a:xfrm>
            <a:off x="298863" y="2249488"/>
            <a:ext cx="11665296" cy="424847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9" name="Espace réservé du contenu 8" descr="Liste de processu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116428"/>
              </p:ext>
            </p:extLst>
          </p:nvPr>
        </p:nvGraphicFramePr>
        <p:xfrm>
          <a:off x="586895" y="2033464"/>
          <a:ext cx="11089232" cy="4824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1581283B-14D3-4BED-9F21-0764BAB86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8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C77E0DF-D0FE-4527-80B0-236E15C05B2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0DAB1B2-4011-4DEE-ACB0-14620FA4BDEC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3. Architecture 4. Time Line </a:t>
            </a:r>
            <a:r>
              <a:rPr lang="fr-FR" sz="1600" b="1" dirty="0">
                <a:solidFill>
                  <a:schemeClr val="bg1"/>
                </a:solidFill>
              </a:rPr>
              <a:t>5. Schedule of tasks </a:t>
            </a:r>
            <a:r>
              <a:rPr lang="fr-FR" sz="1600" b="1" dirty="0">
                <a:solidFill>
                  <a:schemeClr val="tx1"/>
                </a:solidFill>
              </a:rPr>
              <a:t>6. WBS Project 7. Trello</a:t>
            </a:r>
          </a:p>
        </p:txBody>
      </p:sp>
    </p:spTree>
    <p:extLst>
      <p:ext uri="{BB962C8B-B14F-4D97-AF65-F5344CB8AC3E}">
        <p14:creationId xmlns:p14="http://schemas.microsoft.com/office/powerpoint/2010/main" val="115302768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>
            <a:lum contrast="-4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57165" y="582467"/>
            <a:ext cx="9144000" cy="1143000"/>
          </a:xfrm>
        </p:spPr>
        <p:txBody>
          <a:bodyPr rtlCol="0"/>
          <a:lstStyle/>
          <a:p>
            <a:pPr algn="ctr"/>
            <a:r>
              <a:rPr lang="en-US" i="1" dirty="0">
                <a:solidFill>
                  <a:schemeClr val="accent2"/>
                </a:solidFill>
              </a:rPr>
              <a:t>NI CONTEST 2017-2018</a:t>
            </a:r>
            <a:br>
              <a:rPr lang="fr-FR" dirty="0">
                <a:solidFill>
                  <a:schemeClr val="accent2"/>
                </a:solidFill>
              </a:rPr>
            </a:br>
            <a:r>
              <a:rPr lang="en-US" i="1" dirty="0">
                <a:solidFill>
                  <a:schemeClr val="accent2"/>
                </a:solidFill>
              </a:rPr>
              <a:t>WBS Project</a:t>
            </a:r>
            <a:endParaRPr lang="fr-FR" dirty="0">
              <a:solidFill>
                <a:schemeClr val="accent2"/>
              </a:solidFill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306755" y="1725467"/>
            <a:ext cx="11589324" cy="486176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Espace réservé du contenu 8" descr="Liste de processus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404951"/>
              </p:ext>
            </p:extLst>
          </p:nvPr>
        </p:nvGraphicFramePr>
        <p:xfrm>
          <a:off x="666794" y="1941492"/>
          <a:ext cx="10962954" cy="4548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31A9F41E-AC0D-4599-A11D-09B940C3C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9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8C4D489-8583-4FA8-876E-E635F352C38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1332EE5-5226-4F9E-8627-E8E4D73FE671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3. Architecture 4. Time Line 5. Schedule of tasks </a:t>
            </a:r>
            <a:r>
              <a:rPr lang="fr-FR" sz="1600" b="1" dirty="0">
                <a:solidFill>
                  <a:schemeClr val="bg1"/>
                </a:solidFill>
              </a:rPr>
              <a:t>6. WBS Project </a:t>
            </a:r>
            <a:r>
              <a:rPr lang="fr-FR" sz="1600" b="1" dirty="0">
                <a:solidFill>
                  <a:schemeClr val="tx1"/>
                </a:solidFill>
              </a:rPr>
              <a:t>7. Trello</a:t>
            </a:r>
          </a:p>
        </p:txBody>
      </p:sp>
    </p:spTree>
    <p:extLst>
      <p:ext uri="{BB962C8B-B14F-4D97-AF65-F5344CB8AC3E}">
        <p14:creationId xmlns:p14="http://schemas.microsoft.com/office/powerpoint/2010/main" val="21598867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elanie\Desktop\bla.JPG"/>
          <p:cNvPicPr>
            <a:picLocks noChangeAspect="1" noChangeArrowheads="1"/>
          </p:cNvPicPr>
          <p:nvPr/>
        </p:nvPicPr>
        <p:blipFill>
          <a:blip r:embed="rId2" cstate="print">
            <a:lum contrast="-4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pic>
        <p:nvPicPr>
          <p:cNvPr id="1026" name="Picture 2" descr="D:\ISEN_M1\Projet\SH\Trello19_0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746" y="1366414"/>
            <a:ext cx="11156921" cy="5328592"/>
          </a:xfrm>
          <a:prstGeom prst="rect">
            <a:avLst/>
          </a:prstGeom>
          <a:noFill/>
        </p:spPr>
      </p:pic>
      <p:sp>
        <p:nvSpPr>
          <p:cNvPr id="8" name="Titre 1"/>
          <p:cNvSpPr txBox="1">
            <a:spLocks/>
          </p:cNvSpPr>
          <p:nvPr/>
        </p:nvSpPr>
        <p:spPr>
          <a:xfrm>
            <a:off x="1524000" y="631920"/>
            <a:ext cx="91440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4800" i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Trello</a:t>
            </a:r>
            <a:endParaRPr kumimoji="0" lang="fr-FR" sz="4800" b="0" i="1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Espace réservé du numéro de diapositive 3">
            <a:extLst>
              <a:ext uri="{FF2B5EF4-FFF2-40B4-BE49-F238E27FC236}">
                <a16:creationId xmlns:a16="http://schemas.microsoft.com/office/drawing/2014/main" id="{B7E2453B-DD43-46A7-96E6-F400F96B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10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2488175-1ED2-4FA9-91C1-876CC6E721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072196-67DC-4A55-8383-D491D66EA968}"/>
              </a:ext>
            </a:extLst>
          </p:cNvPr>
          <p:cNvSpPr/>
          <p:nvPr/>
        </p:nvSpPr>
        <p:spPr>
          <a:xfrm>
            <a:off x="221942" y="159798"/>
            <a:ext cx="10626586" cy="3994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chemeClr val="tx1"/>
                </a:solidFill>
              </a:rPr>
              <a:t>1. The team and the robot  2. The NI Contest 2017 3. Architecture 4. Time Line 5. Schedule of tasks 6. WBS Project </a:t>
            </a:r>
            <a:r>
              <a:rPr lang="fr-FR" sz="1600" b="1" dirty="0">
                <a:solidFill>
                  <a:schemeClr val="bg1"/>
                </a:solidFill>
              </a:rPr>
              <a:t>7. Trello</a:t>
            </a:r>
          </a:p>
        </p:txBody>
      </p:sp>
    </p:spTree>
    <p:extLst>
      <p:ext uri="{BB962C8B-B14F-4D97-AF65-F5344CB8AC3E}">
        <p14:creationId xmlns:p14="http://schemas.microsoft.com/office/powerpoint/2010/main" val="32325601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F2814F68-3C12-434C-8115-52D20155025F}"/>
              </a:ext>
            </a:extLst>
          </p:cNvPr>
          <p:cNvSpPr txBox="1">
            <a:spLocks/>
          </p:cNvSpPr>
          <p:nvPr/>
        </p:nvSpPr>
        <p:spPr>
          <a:xfrm>
            <a:off x="1200472" y="642336"/>
            <a:ext cx="9144000" cy="114300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00" b="0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Conclusion</a:t>
            </a:r>
          </a:p>
        </p:txBody>
      </p:sp>
      <p:pic>
        <p:nvPicPr>
          <p:cNvPr id="7" name="Picture 2" descr="C:\Users\Melanie\Desktop\bla.JPG">
            <a:extLst>
              <a:ext uri="{FF2B5EF4-FFF2-40B4-BE49-F238E27FC236}">
                <a16:creationId xmlns:a16="http://schemas.microsoft.com/office/drawing/2014/main" id="{FA77DB5F-4BB6-4FE4-BDC4-A8C122C1D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lum contrast="-40000"/>
          </a:blip>
          <a:srcRect l="18182" t="-674"/>
          <a:stretch>
            <a:fillRect/>
          </a:stretch>
        </p:blipFill>
        <p:spPr bwMode="auto">
          <a:xfrm rot="16200000">
            <a:off x="7839236" y="2505236"/>
            <a:ext cx="6858000" cy="1847528"/>
          </a:xfrm>
          <a:prstGeom prst="rect">
            <a:avLst/>
          </a:prstGeom>
          <a:noFill/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5AD3788-944A-4D91-828D-9F1041E591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4022" y="0"/>
            <a:ext cx="1307977" cy="622975"/>
          </a:xfrm>
          <a:prstGeom prst="rect">
            <a:avLst/>
          </a:prstGeom>
        </p:spPr>
      </p:pic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9C0B6094-D1F3-4D1D-9C68-F7766C804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696" y="6424844"/>
            <a:ext cx="838200" cy="257176"/>
          </a:xfrm>
        </p:spPr>
        <p:txBody>
          <a:bodyPr/>
          <a:lstStyle/>
          <a:p>
            <a:fld id="{E31375A4-56A4-47D6-9801-1991572033F7}" type="slidenum">
              <a:rPr lang="fr-FR" sz="2000" b="1" smtClean="0">
                <a:solidFill>
                  <a:schemeClr val="bg1"/>
                </a:solidFill>
              </a:rPr>
              <a:pPr/>
              <a:t>11</a:t>
            </a:fld>
            <a:r>
              <a:rPr lang="fr-FR" sz="2000" b="1" dirty="0">
                <a:solidFill>
                  <a:schemeClr val="bg1"/>
                </a:solidFill>
              </a:rPr>
              <a:t>/11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79129BAB-9892-4B28-91BE-1F9BEF2F1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666" y="1712777"/>
            <a:ext cx="4453631" cy="4453631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F5F5A732-529C-4AE5-8669-0BB7C03F5641}"/>
              </a:ext>
            </a:extLst>
          </p:cNvPr>
          <p:cNvSpPr txBox="1"/>
          <p:nvPr/>
        </p:nvSpPr>
        <p:spPr>
          <a:xfrm>
            <a:off x="5461753" y="3354817"/>
            <a:ext cx="2005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086232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chnologie informatique 16: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9411788_TF02901026_TF02901026.potx" id="{5B96A3B2-8F6C-4C57-AD71-65ECFD3B95A9}" vid="{BBAB43E6-1C62-4FD6-865E-EDACF7274DEC}"/>
    </a:ext>
  </a:extLst>
</a:theme>
</file>

<file path=ppt/theme/theme2.xml><?xml version="1.0" encoding="utf-8"?>
<a:theme xmlns:a="http://schemas.openxmlformats.org/drawingml/2006/main" name="Thèm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1566889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2012-05-23T08:44:00+00:00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TP102901017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836753</LocLastLocAttemptVersionLookup>
    <IsSearchable xmlns="4873beb7-5857-4685-be1f-d57550cc96cc">true</IsSearchable>
    <TemplateTemplateType xmlns="4873beb7-5857-4685-be1f-d57550cc96cc">PowerPoint Design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REDMOND\v-anij</DisplayName>
        <AccountId>2469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04098515-0C12-46CF-BC7C-69B4A13CD5FA}">
  <ds:schemaRefs>
    <ds:schemaRef ds:uri="http://purl.org/dc/elements/1.1/"/>
    <ds:schemaRef ds:uri="4873beb7-5857-4685-be1f-d57550cc96cc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B5C6E15-39DC-470B-9445-F754B9458020}">
  <ds:schemaRefs>
    <ds:schemaRef ds:uri="4873beb7-5857-4685-be1f-d57550cc96c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6CFF6F-D9AA-4BC0-911A-0A1356771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</Words>
  <Application>Microsoft Office PowerPoint</Application>
  <PresentationFormat>Grand écran</PresentationFormat>
  <Paragraphs>118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Candara</vt:lpstr>
      <vt:lpstr>Consolas</vt:lpstr>
      <vt:lpstr>Technologie informatique 16:9</vt:lpstr>
      <vt:lpstr>NI robotic contest</vt:lpstr>
      <vt:lpstr>Summary</vt:lpstr>
      <vt:lpstr>The team and the robot.</vt:lpstr>
      <vt:lpstr>The NI Contest 2017 – the course.</vt:lpstr>
      <vt:lpstr>Présentation PowerPoint</vt:lpstr>
      <vt:lpstr>Présentation PowerPoint</vt:lpstr>
      <vt:lpstr>Présentation PowerPoint</vt:lpstr>
      <vt:lpstr> Schedule of tasks</vt:lpstr>
      <vt:lpstr>NI CONTEST 2017-2018 WBS Project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 robotic contest</dc:title>
  <cp:revision>1</cp:revision>
  <dcterms:modified xsi:type="dcterms:W3CDTF">2018-01-26T18:55:50Z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