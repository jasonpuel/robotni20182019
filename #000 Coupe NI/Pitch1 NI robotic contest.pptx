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64" r:id="rId4"/>
    <p:sldId id="265" r:id="rId5"/>
    <p:sldId id="266" r:id="rId6"/>
    <p:sldId id="273" r:id="rId7"/>
    <p:sldId id="267" r:id="rId8"/>
    <p:sldId id="268" r:id="rId9"/>
    <p:sldId id="269" r:id="rId10"/>
    <p:sldId id="270" r:id="rId11"/>
    <p:sldId id="271" r:id="rId12"/>
    <p:sldId id="272" r:id="rId13"/>
    <p:sldId id="274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92" d="100"/>
          <a:sy n="92" d="100"/>
        </p:scale>
        <p:origin x="336" y="-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7FF8C-CCDB-4269-A40F-CF9D7E954C58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147D8-2882-491D-A076-0FA77E04378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2628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christian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229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christian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12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christian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516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Justin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757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justin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01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justin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105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Jason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986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christian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399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justin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522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jason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2755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Jason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112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Justin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147D8-2882-491D-A076-0FA77E04378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15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B3535-835F-4BA8-BFE0-D8C23C25D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772A0D-AE71-4972-8448-0E7592044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4ABEB9-6FE5-42BC-880A-694CB765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4452E6-06F6-4A13-A7E2-BE14CF683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640577-917C-4EE4-B9F5-BD33D464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526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02EDC2-18C3-44D3-A995-ABE8A006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286ADD-6915-4F43-BB91-D178008CD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E914A1-8D2E-4E33-A340-47E2DD028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5E2113-F64F-4EF0-A7FF-A1C6CA87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2801B1-69F2-44A0-9B4C-03961B9D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4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80BACD-EEC8-4E44-A439-61E861EA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4056F8-711D-4488-BACE-3D92D01C4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E96EE0-96F5-42C5-856C-BAF97E8B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18F1E7-65F5-4D77-9275-94AB953F3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2003F2-B308-429A-9ECA-2EF8DE8F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61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5FB9C0-0EDC-4928-99FF-F206A773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7DB4AE-F8E1-4643-BF99-DD8176469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7730CD-20DC-45F8-A10B-E1680E886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A6BED2-D4CF-4756-9D58-CA6608DB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651550-2BE7-41AD-BAA7-759F4FB7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1A354F-9E36-4A0E-8492-A49C722F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90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0AC77-C682-4F31-B2EB-D498AE810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E4074B-732A-45C4-86B2-D5197D0F6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803993-820D-49D5-B424-5B41628E0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7A6452A-3200-4853-88B3-ECA4A8455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4016AC-5164-42EA-A68A-42DA5C465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57C7908-8949-4EB3-9614-A86B5CF0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C648C33-E3CA-47C4-96A0-C613501E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ADCD3CA-43EB-43AC-883F-F533C7AB8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51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BE762-5BE2-41E1-B958-B2BB4D911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F8F27FE-5EB4-4E9D-9098-BB53A0AC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092ED2-95B9-4830-9E41-A6B52269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1E4581-5F67-49C9-8C2D-A63A1875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ABF452B-7E36-46A8-8081-28973DC4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7042CD-641F-4A5C-9B08-2A958AE9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967BE3-9D7E-4585-B5DA-8E672897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64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22BD70-F4BF-4510-9392-AFC35BBA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8AB659-CC6E-46F9-96E8-CD2B56A63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E39DE9-CC15-4C69-8B46-87288E62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ECFF17-F03D-4E0E-88F1-FCBDBA42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EF8471-9EBA-4CCC-A553-B89FB4B3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2D1E41-499D-4A38-AAAF-9FD1AA5A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583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43A29-88F6-4130-B83A-E8721F31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F49A35-D462-4974-A8D2-9F991292E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752D5F-E8B5-4F6C-BE58-70158B3DE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3BF108-AB8B-41A1-A3D2-68B8007F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43DF15-5F05-46E3-8FC8-C7B902C7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42B174-E55B-4614-A04C-EDD491B5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55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35F88-8D53-43A4-8815-626931B1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1CCC7E-0CD6-421F-B440-9CBA4B4BF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903AB0-BCF4-4F54-A61A-62780ABF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0F3E90-FF16-4AB7-963A-5EBB597B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7FBBD3-3708-4447-884F-6DE3FE68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08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0F4D353-6B62-45CF-8C8B-31B2349D8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27491F-A519-4668-A2F6-80D0FA1BD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D311B7-ED1B-4A74-83F6-11B97964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BE3EEF-0F4D-4AE3-B60D-883441218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BFEEBE-0688-49D7-85C7-3F0E6874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09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E1AF85-53F3-41BA-B448-148BEE7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2A06A3-91B0-4D69-9831-40E976045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06D5CF-4646-4F80-8FA1-84F52407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49736-F337-4586-A30B-E6168F4FAB2F}" type="datetimeFigureOut">
              <a:rPr lang="fr-FR" smtClean="0"/>
              <a:t>01/02/2019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943A2A-9CEB-417D-9036-C6DCD9CDD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91ECEA-BA81-4547-A25B-EF607E6F7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DD4D7-5A56-472D-8148-1FD69630CF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45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2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3AC064-BC96-4F32-8AE1-B2FD3875482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7C77BC-7138-40B1-A15B-20F57A4946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611B70A2-0462-42E5-8040-2CCD7BC313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68"/>
          <a:stretch/>
        </p:blipFill>
        <p:spPr>
          <a:xfrm>
            <a:off x="5029318" y="850142"/>
            <a:ext cx="6024624" cy="25788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596E2F4-4A3F-405A-8169-DA5333D67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633546"/>
            <a:ext cx="11139854" cy="1053540"/>
          </a:xfrm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</a:rPr>
              <a:t>NI </a:t>
            </a:r>
            <a:r>
              <a:rPr lang="fr-FR" sz="5400" dirty="0" err="1">
                <a:solidFill>
                  <a:schemeClr val="bg1"/>
                </a:solidFill>
              </a:rPr>
              <a:t>Robotic</a:t>
            </a:r>
            <a:r>
              <a:rPr lang="fr-FR" sz="5400" dirty="0">
                <a:solidFill>
                  <a:schemeClr val="bg1"/>
                </a:solidFill>
              </a:rPr>
              <a:t> Contest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127344-3ADD-462C-862E-D9BEE74D1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540710"/>
          </a:xfrm>
        </p:spPr>
        <p:txBody>
          <a:bodyPr>
            <a:normAutofit/>
          </a:bodyPr>
          <a:lstStyle/>
          <a:p>
            <a:r>
              <a:rPr lang="fr-FR" sz="3000" dirty="0">
                <a:solidFill>
                  <a:srgbClr val="F75279"/>
                </a:solidFill>
              </a:rPr>
              <a:t>National Instrument</a:t>
            </a:r>
          </a:p>
          <a:p>
            <a:endParaRPr lang="fr-FR" sz="2000" dirty="0">
              <a:solidFill>
                <a:srgbClr val="F75279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6BAEA3-A02A-46A3-B3AB-CA784FD851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267" y="1000789"/>
            <a:ext cx="2771270" cy="27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73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FFA813F-691C-4903-A036-B931437DBF4E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4DA4A9-7661-4F33-AF4E-6547585F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 dirty="0" err="1"/>
              <a:t>Summary</a:t>
            </a:r>
            <a:endParaRPr lang="fr-FR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05F51B-278B-46F8-A53E-5FE5E1CB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The team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Context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Aim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Use Case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RACI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WBS</a:t>
            </a:r>
          </a:p>
          <a:p>
            <a:pPr marL="342900" indent="-342900" algn="ctr">
              <a:buFont typeface="Arial" panose="020B0604020202020204" pitchFamily="34" charset="0"/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Architecture</a:t>
            </a:r>
          </a:p>
          <a:p>
            <a:pPr marL="342900" indent="-342900" algn="ctr">
              <a:buAutoNum type="arabicPeriod"/>
            </a:pPr>
            <a:r>
              <a:rPr lang="en-US" dirty="0">
                <a:latin typeface="+mj-lt"/>
                <a:ea typeface="+mj-ea"/>
                <a:cs typeface="+mj-cs"/>
              </a:rPr>
              <a:t>Progress of project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83D94E-3DF1-4512-BE8A-C266428661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534BB16-4943-465C-AF4B-D63D9975F9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F61601-554C-4698-836A-551BBB469CA6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EC3BD-5166-4DEE-A7F2-6416A31B35B0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B0137-1911-466D-9DE8-DE27F6AFB53F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BE16F6-F230-46A9-AECE-8329236C1538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64960D-7A15-4B8F-A16E-539E4BBE18D6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AE8BE4-C8BF-49B5-A2D2-74DAD2AD854B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95C0E-F26C-498C-A7E4-845C57AB538D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16856-C9F8-4FC7-B37A-94DCE511CD55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75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9F89B3-8122-463C-B63A-C9939364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 dirty="0"/>
              <a:t>The team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77BF53-CA1E-4424-8389-FA3A1AAD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3" y="1690688"/>
            <a:ext cx="5466347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+mj-lt"/>
              </a:rPr>
              <a:t>M2</a:t>
            </a:r>
          </a:p>
          <a:p>
            <a:pPr marL="342900" indent="-342900"/>
            <a:r>
              <a:rPr lang="fr-FR" dirty="0">
                <a:latin typeface="+mj-lt"/>
              </a:rPr>
              <a:t>Quentin BAUDIN (Smart Energy) * </a:t>
            </a:r>
          </a:p>
          <a:p>
            <a:pPr marL="342900" indent="-342900"/>
            <a:r>
              <a:rPr lang="fr-FR" dirty="0" err="1">
                <a:latin typeface="+mj-lt"/>
              </a:rPr>
              <a:t>Azelarab</a:t>
            </a:r>
            <a:r>
              <a:rPr lang="fr-FR" dirty="0">
                <a:latin typeface="+mj-lt"/>
              </a:rPr>
              <a:t> BOUHKCHEN (</a:t>
            </a:r>
            <a:r>
              <a:rPr lang="fr-FR" dirty="0" err="1">
                <a:latin typeface="+mj-lt"/>
              </a:rPr>
              <a:t>Embeded</a:t>
            </a:r>
            <a:r>
              <a:rPr lang="fr-FR" dirty="0">
                <a:latin typeface="+mj-lt"/>
              </a:rPr>
              <a:t> system)*</a:t>
            </a:r>
          </a:p>
          <a:p>
            <a:pPr marL="342900" indent="-342900"/>
            <a:r>
              <a:rPr lang="fr-FR" dirty="0">
                <a:latin typeface="+mj-lt"/>
              </a:rPr>
              <a:t>Mélanie BRULC (</a:t>
            </a:r>
            <a:r>
              <a:rPr lang="fr-FR" dirty="0" err="1">
                <a:latin typeface="+mj-lt"/>
              </a:rPr>
              <a:t>Robotics</a:t>
            </a:r>
            <a:r>
              <a:rPr lang="fr-FR" dirty="0">
                <a:latin typeface="+mj-lt"/>
              </a:rPr>
              <a:t>)</a:t>
            </a:r>
          </a:p>
          <a:p>
            <a:pPr marL="342900" indent="-342900"/>
            <a:r>
              <a:rPr lang="fr-FR" dirty="0">
                <a:latin typeface="+mj-lt"/>
              </a:rPr>
              <a:t>Nicolas COURT (</a:t>
            </a:r>
            <a:r>
              <a:rPr lang="fr-FR" dirty="0" err="1">
                <a:latin typeface="+mj-lt"/>
              </a:rPr>
              <a:t>Robotics</a:t>
            </a:r>
            <a:r>
              <a:rPr lang="fr-FR" dirty="0">
                <a:latin typeface="+mj-lt"/>
              </a:rPr>
              <a:t>)</a:t>
            </a:r>
          </a:p>
          <a:p>
            <a:pPr marL="342900" indent="-342900"/>
            <a:r>
              <a:rPr lang="fr-FR" dirty="0">
                <a:latin typeface="+mj-lt"/>
              </a:rPr>
              <a:t>Adrien MOJIKA (</a:t>
            </a:r>
            <a:r>
              <a:rPr lang="fr-FR" dirty="0" err="1">
                <a:latin typeface="+mj-lt"/>
              </a:rPr>
              <a:t>Robotics</a:t>
            </a:r>
            <a:r>
              <a:rPr lang="fr-FR" dirty="0">
                <a:latin typeface="+mj-lt"/>
              </a:rPr>
              <a:t>)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11ABA68-9E91-4876-BD4B-B16ED4E56BD1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latin typeface="+mj-lt"/>
              </a:rPr>
              <a:t>M1</a:t>
            </a:r>
          </a:p>
          <a:p>
            <a:pPr marL="342900" indent="-342900"/>
            <a:r>
              <a:rPr lang="fr-FR" dirty="0">
                <a:latin typeface="+mj-lt"/>
              </a:rPr>
              <a:t>Justin FURIO (</a:t>
            </a:r>
            <a:r>
              <a:rPr lang="fr-FR" dirty="0" err="1">
                <a:latin typeface="+mj-lt"/>
              </a:rPr>
              <a:t>Embeded</a:t>
            </a:r>
            <a:r>
              <a:rPr lang="fr-FR" dirty="0">
                <a:latin typeface="+mj-lt"/>
              </a:rPr>
              <a:t> system)*</a:t>
            </a:r>
          </a:p>
          <a:p>
            <a:pPr marL="342900" indent="-342900"/>
            <a:r>
              <a:rPr lang="fr-FR" dirty="0">
                <a:latin typeface="+mj-lt"/>
              </a:rPr>
              <a:t>Christian MARGOLIS (</a:t>
            </a:r>
            <a:r>
              <a:rPr lang="fr-FR" dirty="0" err="1">
                <a:latin typeface="+mj-lt"/>
              </a:rPr>
              <a:t>Embeded</a:t>
            </a:r>
            <a:r>
              <a:rPr lang="fr-FR" dirty="0">
                <a:latin typeface="+mj-lt"/>
              </a:rPr>
              <a:t> system)*</a:t>
            </a:r>
          </a:p>
          <a:p>
            <a:pPr marL="342900" indent="-342900"/>
            <a:r>
              <a:rPr lang="fr-FR" dirty="0">
                <a:latin typeface="+mj-lt"/>
              </a:rPr>
              <a:t>Jason PUEL (</a:t>
            </a:r>
            <a:r>
              <a:rPr lang="fr-FR" dirty="0" err="1">
                <a:latin typeface="+mj-lt"/>
              </a:rPr>
              <a:t>Embeded</a:t>
            </a:r>
            <a:r>
              <a:rPr lang="fr-FR" dirty="0">
                <a:latin typeface="+mj-lt"/>
              </a:rPr>
              <a:t> system)*</a:t>
            </a:r>
          </a:p>
          <a:p>
            <a:pPr marL="342900" indent="-342900"/>
            <a:endParaRPr lang="fr-FR" dirty="0">
              <a:latin typeface="+mj-lt"/>
            </a:endParaRPr>
          </a:p>
          <a:p>
            <a:pPr marL="0" indent="0">
              <a:buNone/>
            </a:pPr>
            <a:r>
              <a:rPr lang="fr-FR" dirty="0">
                <a:latin typeface="+mj-lt"/>
              </a:rPr>
              <a:t>Formation</a:t>
            </a:r>
          </a:p>
          <a:p>
            <a:pPr marL="0" indent="0">
              <a:buNone/>
            </a:pPr>
            <a:r>
              <a:rPr lang="fr-FR" dirty="0" err="1">
                <a:latin typeface="+mj-lt"/>
              </a:rPr>
              <a:t>Handover</a:t>
            </a:r>
            <a:endParaRPr lang="fr-FR" dirty="0">
              <a:latin typeface="+mj-lt"/>
            </a:endParaRPr>
          </a:p>
          <a:p>
            <a:pPr marL="0" indent="0">
              <a:buNone/>
            </a:pPr>
            <a:r>
              <a:rPr lang="fr-FR" dirty="0">
                <a:latin typeface="+mj-lt"/>
              </a:rPr>
              <a:t>Management</a:t>
            </a:r>
          </a:p>
          <a:p>
            <a:pPr marL="342900" indent="-342900"/>
            <a:endParaRPr lang="fr-FR" dirty="0">
              <a:latin typeface="Bell MT" panose="02020503060305020303" pitchFamily="18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D2C0491-23D9-4508-BC66-E1820856531D}"/>
              </a:ext>
            </a:extLst>
          </p:cNvPr>
          <p:cNvCxnSpPr>
            <a:cxnSpLocks/>
          </p:cNvCxnSpPr>
          <p:nvPr/>
        </p:nvCxnSpPr>
        <p:spPr>
          <a:xfrm>
            <a:off x="6304547" y="4236805"/>
            <a:ext cx="4332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F5949CF8-851C-4272-9B68-A8DD75360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917DB46-C0CB-4728-B17B-7D4A89605E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3515CD5-C158-4A22-A3AC-AE8C67AD143A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A3D873-E90B-4479-BC7A-E2BBF06C4F0D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7CD36D-E4C6-4B56-B0B0-814CFE96E310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9354A7-A17B-40EC-BDFB-398F2D3EA742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60D892-CE06-4646-95E9-489698BE0D59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6ED134-8AEB-46E9-91F5-D23780ED5584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203FAB-05EE-4FD1-A401-2DFC56097B1C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EE522E-5612-4E04-B3A4-5295D9ADF74A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7610CD-087F-499E-B1D1-5C1BCE839254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50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E9DE40-E494-4061-8980-F0713377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Context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C2FBC27-E8A6-431D-A30C-57CCD1768F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" r="-440" b="9272"/>
          <a:stretch/>
        </p:blipFill>
        <p:spPr>
          <a:xfrm>
            <a:off x="4194957" y="2317782"/>
            <a:ext cx="3794761" cy="2073065"/>
          </a:xfrm>
          <a:prstGeom prst="rect">
            <a:avLst/>
          </a:prstGeom>
        </p:spPr>
      </p:pic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5E1DEC76-E818-48A4-B9D5-0226A630FA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r="2940" b="1"/>
          <a:stretch/>
        </p:blipFill>
        <p:spPr>
          <a:xfrm rot="16200000">
            <a:off x="5088468" y="-707007"/>
            <a:ext cx="2010551" cy="379757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64EAAEC-56C7-4614-B160-BA8C59628CB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2" t="5903" r="42504" b="14595"/>
          <a:stretch/>
        </p:blipFill>
        <p:spPr>
          <a:xfrm>
            <a:off x="307840" y="190306"/>
            <a:ext cx="3722779" cy="421554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6B0B2EFD-816F-4006-A5E6-2094C0537A9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" t="14417" r="3" b="2"/>
          <a:stretch/>
        </p:blipFill>
        <p:spPr>
          <a:xfrm>
            <a:off x="307839" y="4461717"/>
            <a:ext cx="3722779" cy="17943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293584-DE60-49BE-A64C-5D68A40C534E}"/>
              </a:ext>
            </a:extLst>
          </p:cNvPr>
          <p:cNvSpPr/>
          <p:nvPr/>
        </p:nvSpPr>
        <p:spPr>
          <a:xfrm>
            <a:off x="8504809" y="2406763"/>
            <a:ext cx="2845965" cy="17358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30ABEE28-E551-4E32-A901-EBCC61D389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742" y="2167744"/>
            <a:ext cx="2857500" cy="2095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1F647B6-89A1-4F3E-B26B-269B9576633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F5A36ED-ECF1-42A9-A60E-B17382A36C46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F27072-E8D1-4156-A34B-A8575EECAC0B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192293-BE54-4DBA-B0EE-F9A161D9DD6A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C33C80-6D60-4419-A559-8B4E9A4551FB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9A74F3-ECF3-49E7-B363-B3D07B8DF223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A0CBF7-CF21-48EF-8F18-B145837710AA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C2D593-CBD4-408B-A0F4-2FFBA70837E9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16D73E-BE34-44D3-B948-58D73A8AE8C7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45807F-9B70-4451-A364-28486F954CAF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3ABCFD0-D4B5-4C5D-924C-07B32B1F93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4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43918C-455B-42AB-9454-624E6A2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Aim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845A19-6CD2-43E2-B670-4D662CB9C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DD27655-3610-47A9-B791-424376F69BE7}"/>
              </a:ext>
            </a:extLst>
          </p:cNvPr>
          <p:cNvSpPr txBox="1"/>
          <p:nvPr/>
        </p:nvSpPr>
        <p:spPr>
          <a:xfrm>
            <a:off x="2669175" y="4583318"/>
            <a:ext cx="86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14057-6E47-494F-BBE2-BF7C2C45E58C}"/>
              </a:ext>
            </a:extLst>
          </p:cNvPr>
          <p:cNvSpPr/>
          <p:nvPr/>
        </p:nvSpPr>
        <p:spPr>
          <a:xfrm>
            <a:off x="1890944" y="1602422"/>
            <a:ext cx="2521258" cy="368866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7A5618-BAD5-40D4-B49E-7C62160D9FC8}"/>
              </a:ext>
            </a:extLst>
          </p:cNvPr>
          <p:cNvSpPr/>
          <p:nvPr/>
        </p:nvSpPr>
        <p:spPr>
          <a:xfrm>
            <a:off x="1945072" y="1675403"/>
            <a:ext cx="2413002" cy="3561851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9CB5C0F-F5FB-4CC2-840B-21A62655D7CD}"/>
              </a:ext>
            </a:extLst>
          </p:cNvPr>
          <p:cNvCxnSpPr>
            <a:cxnSpLocks/>
          </p:cNvCxnSpPr>
          <p:nvPr/>
        </p:nvCxnSpPr>
        <p:spPr>
          <a:xfrm flipH="1">
            <a:off x="1946844" y="2438400"/>
            <a:ext cx="241300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67FF6AA-2EC9-4DFB-B061-E5B193EFF555}"/>
              </a:ext>
            </a:extLst>
          </p:cNvPr>
          <p:cNvSpPr/>
          <p:nvPr/>
        </p:nvSpPr>
        <p:spPr>
          <a:xfrm>
            <a:off x="2370340" y="1802934"/>
            <a:ext cx="1464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F9707E-B7ED-4E31-A91B-0F870598398B}"/>
              </a:ext>
            </a:extLst>
          </p:cNvPr>
          <p:cNvSpPr/>
          <p:nvPr/>
        </p:nvSpPr>
        <p:spPr>
          <a:xfrm>
            <a:off x="1943300" y="2493579"/>
            <a:ext cx="234676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dirty="0"/>
              <a:t>Prepare National Instrument Cup</a:t>
            </a:r>
          </a:p>
          <a:p>
            <a:pPr lvl="0" algn="ctr"/>
            <a:r>
              <a:rPr lang="en-US" sz="2400" dirty="0"/>
              <a:t>(waiting new Rules)</a:t>
            </a:r>
          </a:p>
          <a:p>
            <a:pPr lvl="0"/>
            <a:endParaRPr lang="fr-FR" sz="1600" dirty="0"/>
          </a:p>
          <a:p>
            <a:pPr lvl="0"/>
            <a:endParaRPr lang="fr-FR" sz="1600" dirty="0"/>
          </a:p>
          <a:p>
            <a:pPr lvl="0" algn="ctr"/>
            <a:r>
              <a:rPr lang="fr-FR" sz="2800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127D025-61F8-47D2-9768-B972FEC4DE7B}"/>
              </a:ext>
            </a:extLst>
          </p:cNvPr>
          <p:cNvSpPr txBox="1"/>
          <p:nvPr/>
        </p:nvSpPr>
        <p:spPr>
          <a:xfrm>
            <a:off x="5336175" y="4583318"/>
            <a:ext cx="86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CDF7D2-8513-4A59-A289-BE2AEA70A4D0}"/>
              </a:ext>
            </a:extLst>
          </p:cNvPr>
          <p:cNvSpPr/>
          <p:nvPr/>
        </p:nvSpPr>
        <p:spPr>
          <a:xfrm>
            <a:off x="4557944" y="1602422"/>
            <a:ext cx="2521258" cy="368866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F55C95-7819-4302-865D-C92B54C08361}"/>
              </a:ext>
            </a:extLst>
          </p:cNvPr>
          <p:cNvSpPr/>
          <p:nvPr/>
        </p:nvSpPr>
        <p:spPr>
          <a:xfrm>
            <a:off x="4612072" y="1675403"/>
            <a:ext cx="2413002" cy="3561851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0C13D36B-7D85-49CE-8BD6-8EE142B114AD}"/>
              </a:ext>
            </a:extLst>
          </p:cNvPr>
          <p:cNvCxnSpPr>
            <a:cxnSpLocks/>
          </p:cNvCxnSpPr>
          <p:nvPr/>
        </p:nvCxnSpPr>
        <p:spPr>
          <a:xfrm flipH="1">
            <a:off x="4613844" y="2438400"/>
            <a:ext cx="241300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177759-DC1D-419B-A95A-F1176BEB23F8}"/>
              </a:ext>
            </a:extLst>
          </p:cNvPr>
          <p:cNvSpPr/>
          <p:nvPr/>
        </p:nvSpPr>
        <p:spPr>
          <a:xfrm>
            <a:off x="5037340" y="1802934"/>
            <a:ext cx="1464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F05528-3A84-469E-8889-B3050E7F95D8}"/>
              </a:ext>
            </a:extLst>
          </p:cNvPr>
          <p:cNvSpPr/>
          <p:nvPr/>
        </p:nvSpPr>
        <p:spPr>
          <a:xfrm>
            <a:off x="4691711" y="2493579"/>
            <a:ext cx="226535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2400" dirty="0"/>
              <a:t>ISEN Open Day</a:t>
            </a:r>
          </a:p>
          <a:p>
            <a:pPr lvl="0" algn="ctr"/>
            <a:r>
              <a:rPr lang="fr-FR" sz="2400" dirty="0"/>
              <a:t> and Exhibitions</a:t>
            </a:r>
          </a:p>
          <a:p>
            <a:pPr lvl="0"/>
            <a:endParaRPr lang="fr-FR" dirty="0"/>
          </a:p>
          <a:p>
            <a:pPr lvl="0"/>
            <a:endParaRPr lang="fr-FR" sz="1600" dirty="0"/>
          </a:p>
          <a:p>
            <a:pPr lvl="0"/>
            <a:endParaRPr lang="fr-FR" sz="1600" dirty="0"/>
          </a:p>
          <a:p>
            <a:pPr lvl="0"/>
            <a:endParaRPr lang="fr-FR" sz="1600" dirty="0"/>
          </a:p>
          <a:p>
            <a:pPr lvl="0"/>
            <a:endParaRPr lang="fr-FR" sz="1600" dirty="0"/>
          </a:p>
          <a:p>
            <a:pPr lvl="0" algn="ctr"/>
            <a:r>
              <a:rPr lang="fr-FR" sz="2800" dirty="0">
                <a:solidFill>
                  <a:schemeClr val="bg1"/>
                </a:solidFill>
              </a:rPr>
              <a:t>40%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54A5621-1E86-46DE-9D9E-A986FD58F0E5}"/>
              </a:ext>
            </a:extLst>
          </p:cNvPr>
          <p:cNvSpPr txBox="1"/>
          <p:nvPr/>
        </p:nvSpPr>
        <p:spPr>
          <a:xfrm>
            <a:off x="8013334" y="4583318"/>
            <a:ext cx="86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DBEF11-EE48-4507-9481-E976912FF7AC}"/>
              </a:ext>
            </a:extLst>
          </p:cNvPr>
          <p:cNvSpPr/>
          <p:nvPr/>
        </p:nvSpPr>
        <p:spPr>
          <a:xfrm>
            <a:off x="7235103" y="1602422"/>
            <a:ext cx="2521258" cy="368866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6BF1C9-0C52-415C-9368-5C72A7502860}"/>
              </a:ext>
            </a:extLst>
          </p:cNvPr>
          <p:cNvSpPr/>
          <p:nvPr/>
        </p:nvSpPr>
        <p:spPr>
          <a:xfrm>
            <a:off x="7289231" y="1675403"/>
            <a:ext cx="2413002" cy="3561851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2D33F32-158F-4739-9723-119904E04ABC}"/>
              </a:ext>
            </a:extLst>
          </p:cNvPr>
          <p:cNvCxnSpPr>
            <a:cxnSpLocks/>
          </p:cNvCxnSpPr>
          <p:nvPr/>
        </p:nvCxnSpPr>
        <p:spPr>
          <a:xfrm flipH="1">
            <a:off x="7291003" y="2438400"/>
            <a:ext cx="241300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B0BF882-26AF-4EA6-B67B-9FA552B186E6}"/>
              </a:ext>
            </a:extLst>
          </p:cNvPr>
          <p:cNvSpPr/>
          <p:nvPr/>
        </p:nvSpPr>
        <p:spPr>
          <a:xfrm>
            <a:off x="7714499" y="1802934"/>
            <a:ext cx="1464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3261BF-672B-4955-AE2C-C9D30660CB41}"/>
              </a:ext>
            </a:extLst>
          </p:cNvPr>
          <p:cNvSpPr/>
          <p:nvPr/>
        </p:nvSpPr>
        <p:spPr>
          <a:xfrm>
            <a:off x="7368870" y="2493579"/>
            <a:ext cx="226535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/>
              <a:t>Research &amp; Development</a:t>
            </a:r>
          </a:p>
          <a:p>
            <a:pPr lvl="0"/>
            <a:r>
              <a:rPr lang="en-US" sz="2000" dirty="0"/>
              <a:t>( Neural Network, logistics, </a:t>
            </a:r>
          </a:p>
          <a:p>
            <a:pPr lvl="0"/>
            <a:r>
              <a:rPr lang="en-US" sz="2000" dirty="0"/>
              <a:t>France Cup …) </a:t>
            </a:r>
          </a:p>
          <a:p>
            <a:pPr lvl="0"/>
            <a:endParaRPr lang="fr-FR" sz="1600" dirty="0"/>
          </a:p>
          <a:p>
            <a:pPr lvl="0"/>
            <a:endParaRPr lang="fr-FR" sz="1600" dirty="0"/>
          </a:p>
          <a:p>
            <a:pPr lvl="0" algn="ctr"/>
            <a:r>
              <a:rPr lang="fr-FR" sz="2800" dirty="0">
                <a:solidFill>
                  <a:schemeClr val="bg1"/>
                </a:solidFill>
              </a:rPr>
              <a:t>40%</a:t>
            </a: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9C43AC7D-C645-497C-A4CB-5ACE96701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FF19DF9-0C8A-4801-93BF-C567A6DC21AE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DEACEA-CCB0-4A14-931F-5CAA61BA3E03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C3DE33-AADB-4319-B774-C5090CADE7AF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B94BE4-21DB-49E6-877E-C4B841A87FCD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1E3753-A3E5-483B-A574-A76358DFACB2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47049C-3375-469E-B284-D499DA1D7F42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D8D08A-4991-4049-B84A-B22C87E87633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10254C-7A6E-4BC1-8E9C-D595C701064A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518D82-2050-42EC-B266-9F708E28EE3C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5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D6A898A6-D77D-4105-BC9A-96A57142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Use Case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EECA67-F305-43D7-A7FB-70237B9DF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1EA11F21-A255-4C46-9F5A-8FBA14F986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" r="-440" b="10698"/>
          <a:stretch/>
        </p:blipFill>
        <p:spPr>
          <a:xfrm>
            <a:off x="7360920" y="1675276"/>
            <a:ext cx="3723709" cy="2002270"/>
          </a:xfrm>
          <a:prstGeom prst="rect">
            <a:avLst/>
          </a:prstGeom>
        </p:spPr>
      </p:pic>
      <p:pic>
        <p:nvPicPr>
          <p:cNvPr id="35" name="Espace réservé du contenu 4">
            <a:extLst>
              <a:ext uri="{FF2B5EF4-FFF2-40B4-BE49-F238E27FC236}">
                <a16:creationId xmlns:a16="http://schemas.microsoft.com/office/drawing/2014/main" id="{293A2FE4-7FB4-4C9D-B025-82C01E6D718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r="2940" b="1"/>
          <a:stretch/>
        </p:blipFill>
        <p:spPr>
          <a:xfrm rot="16200000">
            <a:off x="1369365" y="814557"/>
            <a:ext cx="1971445" cy="3723708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5F5AE5AE-8F6C-4A25-9E18-2C3647F01777}"/>
              </a:ext>
            </a:extLst>
          </p:cNvPr>
          <p:cNvSpPr txBox="1"/>
          <p:nvPr/>
        </p:nvSpPr>
        <p:spPr>
          <a:xfrm>
            <a:off x="1197864" y="2554586"/>
            <a:ext cx="26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NI </a:t>
            </a:r>
            <a:r>
              <a:rPr lang="fr-FR" sz="2400" dirty="0" err="1"/>
              <a:t>Robotic</a:t>
            </a:r>
            <a:r>
              <a:rPr lang="fr-FR" sz="2400" dirty="0"/>
              <a:t> Contest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58DB42B-C6C5-44C6-BD0A-3E32BD558C3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pic>
        <p:nvPicPr>
          <p:cNvPr id="3" name="Image 2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BF45C8CB-6EF6-4133-ABB7-1CA48A5526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960" y="4042127"/>
            <a:ext cx="3942892" cy="197144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5052861-C21D-4EA9-8144-77CD476F6E43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83043A-173F-452A-A9F5-C7C468C6A530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BCE3E4-CE9C-46CF-BBF8-93AD7C3E4DE6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846FAA-CE8F-44B6-8EF5-A6F763B1E05F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5A8B37-C315-4742-8756-C0D630DA6ED1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8201DB-8BDF-4D49-8335-F3BF0CB3B1FB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935C3E-50D2-431D-B36C-6E65B798E133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255F72-1BE5-4B01-AE9F-4FBA7F4F8EF4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7AB2DC-203D-437B-A4E2-859609871777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28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4819D-9B58-4864-843B-7C328896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RACI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F8F4800-92D2-46CD-986D-2421B629B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74" y="1555954"/>
            <a:ext cx="10259126" cy="393120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83E31DD-1732-4896-A1AB-78BC32EC0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557DB38-9E72-4D21-BBC1-A80C902C75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2FD5D04-0B25-468F-A75B-41B65CA7A8DE}"/>
              </a:ext>
            </a:extLst>
          </p:cNvPr>
          <p:cNvSpPr txBox="1"/>
          <p:nvPr/>
        </p:nvSpPr>
        <p:spPr>
          <a:xfrm>
            <a:off x="8432800" y="3965575"/>
            <a:ext cx="406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/ 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7F66704-A296-4E36-9473-3B6E2772FBB8}"/>
              </a:ext>
            </a:extLst>
          </p:cNvPr>
          <p:cNvSpPr txBox="1"/>
          <p:nvPr/>
        </p:nvSpPr>
        <p:spPr>
          <a:xfrm>
            <a:off x="8432800" y="4143218"/>
            <a:ext cx="406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/ 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B514C1E-1AE8-4B78-A12F-845FEB6405E3}"/>
              </a:ext>
            </a:extLst>
          </p:cNvPr>
          <p:cNvSpPr txBox="1"/>
          <p:nvPr/>
        </p:nvSpPr>
        <p:spPr>
          <a:xfrm>
            <a:off x="8432800" y="4330707"/>
            <a:ext cx="406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/ 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81B4384-4ED9-4257-A5ED-A6E07C7AD84F}"/>
              </a:ext>
            </a:extLst>
          </p:cNvPr>
          <p:cNvSpPr txBox="1"/>
          <p:nvPr/>
        </p:nvSpPr>
        <p:spPr>
          <a:xfrm>
            <a:off x="8432800" y="3415987"/>
            <a:ext cx="406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/ 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E66DFD3-D720-47BD-BB4A-9F6DC74203EC}"/>
              </a:ext>
            </a:extLst>
          </p:cNvPr>
          <p:cNvSpPr txBox="1"/>
          <p:nvPr/>
        </p:nvSpPr>
        <p:spPr>
          <a:xfrm>
            <a:off x="1094674" y="5654040"/>
            <a:ext cx="10259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</a:t>
            </a:r>
            <a:r>
              <a:rPr lang="fr-FR" dirty="0"/>
              <a:t> : </a:t>
            </a:r>
            <a:r>
              <a:rPr lang="fr-FR" i="1" dirty="0" err="1"/>
              <a:t>responsible</a:t>
            </a:r>
            <a:r>
              <a:rPr lang="fr-FR" dirty="0"/>
              <a:t>. </a:t>
            </a:r>
            <a:r>
              <a:rPr lang="fr-FR" b="1" dirty="0"/>
              <a:t>A</a:t>
            </a:r>
            <a:r>
              <a:rPr lang="fr-FR" dirty="0"/>
              <a:t> : </a:t>
            </a:r>
            <a:r>
              <a:rPr lang="fr-FR" i="1" dirty="0" err="1"/>
              <a:t>accountable</a:t>
            </a:r>
            <a:r>
              <a:rPr lang="fr-FR" dirty="0"/>
              <a:t> (</a:t>
            </a:r>
            <a:r>
              <a:rPr lang="fr-FR" i="1" dirty="0" err="1"/>
              <a:t>approver</a:t>
            </a:r>
            <a:r>
              <a:rPr lang="fr-FR" dirty="0"/>
              <a:t>). </a:t>
            </a:r>
            <a:r>
              <a:rPr lang="fr-FR" b="1" dirty="0"/>
              <a:t>C</a:t>
            </a:r>
            <a:r>
              <a:rPr lang="fr-FR" dirty="0"/>
              <a:t> : </a:t>
            </a:r>
            <a:r>
              <a:rPr lang="fr-FR" i="1" dirty="0" err="1"/>
              <a:t>consulted</a:t>
            </a:r>
            <a:r>
              <a:rPr lang="fr-FR" dirty="0"/>
              <a:t>. </a:t>
            </a:r>
            <a:r>
              <a:rPr lang="fr-FR" b="1" dirty="0"/>
              <a:t>I</a:t>
            </a:r>
            <a:r>
              <a:rPr lang="fr-FR" dirty="0"/>
              <a:t> : </a:t>
            </a:r>
            <a:r>
              <a:rPr lang="fr-FR" i="1" dirty="0" err="1"/>
              <a:t>informed</a:t>
            </a:r>
            <a:r>
              <a:rPr lang="fr-FR" dirty="0"/>
              <a:t>. </a:t>
            </a:r>
            <a:r>
              <a:rPr lang="fr-FR" b="1" dirty="0"/>
              <a:t>I</a:t>
            </a:r>
            <a:r>
              <a:rPr lang="fr-FR" dirty="0"/>
              <a:t> : </a:t>
            </a:r>
            <a:r>
              <a:rPr lang="fr-FR" i="1" dirty="0" err="1"/>
              <a:t>informed</a:t>
            </a:r>
            <a:r>
              <a:rPr lang="fr-FR" i="1" dirty="0"/>
              <a:t>. </a:t>
            </a:r>
            <a:r>
              <a:rPr lang="fr-FR" b="1" i="1" dirty="0"/>
              <a:t>S</a:t>
            </a:r>
            <a:r>
              <a:rPr lang="fr-FR" i="1" dirty="0"/>
              <a:t> : </a:t>
            </a:r>
            <a:r>
              <a:rPr lang="fr-FR" i="1" dirty="0" err="1"/>
              <a:t>signing</a:t>
            </a:r>
            <a:endParaRPr lang="fr-FR" dirty="0"/>
          </a:p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38A1A7-4E4B-46E3-B2E1-FD89BF5E5407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F940E-40D3-43F2-AF8D-0A96FC68CC1F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765F6-D80D-478E-B17A-2D767CD8669A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21EBCC-5ADD-4FCF-9239-D1096E3A1CB2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45786C-4C96-46C0-9199-309BD3757961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2AA680-9910-4E9B-A670-D285C119F163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804AF5-2308-4DCA-BFA4-50C16D729AA1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B61E2D-277D-4C88-8D9A-796C116505BF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5C8E04-B996-44B9-93F0-2958F7B7DB42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54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85DAD-5B9B-4593-B836-9AF285C9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WBS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E3E3B743-C083-40C9-AF02-3C9D4E34C5A0}"/>
              </a:ext>
            </a:extLst>
          </p:cNvPr>
          <p:cNvGrpSpPr/>
          <p:nvPr/>
        </p:nvGrpSpPr>
        <p:grpSpPr>
          <a:xfrm>
            <a:off x="1300902" y="1680337"/>
            <a:ext cx="1724855" cy="431213"/>
            <a:chOff x="3734" y="243035"/>
            <a:chExt cx="1724855" cy="431213"/>
          </a:xfrm>
          <a:scene3d>
            <a:camera prst="orthographicFront"/>
            <a:lightRig rig="flat" dir="t"/>
          </a:scene3d>
        </p:grpSpPr>
        <p:sp>
          <p:nvSpPr>
            <p:cNvPr id="89" name="Rectangle : coins arrondis 88">
              <a:extLst>
                <a:ext uri="{FF2B5EF4-FFF2-40B4-BE49-F238E27FC236}">
                  <a16:creationId xmlns:a16="http://schemas.microsoft.com/office/drawing/2014/main" id="{8915ED4C-88D4-40F9-A5C7-D121DAF447E5}"/>
                </a:ext>
              </a:extLst>
            </p:cNvPr>
            <p:cNvSpPr/>
            <p:nvPr/>
          </p:nvSpPr>
          <p:spPr>
            <a:xfrm>
              <a:off x="3734" y="243035"/>
              <a:ext cx="1724855" cy="431213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shade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90" name="Rectangle : coins arrondis 4">
              <a:extLst>
                <a:ext uri="{FF2B5EF4-FFF2-40B4-BE49-F238E27FC236}">
                  <a16:creationId xmlns:a16="http://schemas.microsoft.com/office/drawing/2014/main" id="{95D3DCDA-F088-42CE-A584-99038B90C2A6}"/>
                </a:ext>
              </a:extLst>
            </p:cNvPr>
            <p:cNvSpPr txBox="1"/>
            <p:nvPr/>
          </p:nvSpPr>
          <p:spPr>
            <a:xfrm>
              <a:off x="16364" y="255665"/>
              <a:ext cx="1699595" cy="40595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marL="0" lvl="0" indent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200" kern="1200" noProof="0" dirty="0"/>
                <a:t>Organisation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17CD7AD6-1C86-482D-87D8-1260AE7DC405}"/>
              </a:ext>
            </a:extLst>
          </p:cNvPr>
          <p:cNvGrpSpPr/>
          <p:nvPr/>
        </p:nvGrpSpPr>
        <p:grpSpPr>
          <a:xfrm>
            <a:off x="1300902" y="2262476"/>
            <a:ext cx="1724855" cy="431213"/>
            <a:chOff x="3734" y="825174"/>
            <a:chExt cx="1724855" cy="431213"/>
          </a:xfrm>
        </p:grpSpPr>
        <p:sp>
          <p:nvSpPr>
            <p:cNvPr id="87" name="Rectangle : coins arrondis 86">
              <a:extLst>
                <a:ext uri="{FF2B5EF4-FFF2-40B4-BE49-F238E27FC236}">
                  <a16:creationId xmlns:a16="http://schemas.microsoft.com/office/drawing/2014/main" id="{A688B856-7639-495B-8A75-BF2E443AB593}"/>
                </a:ext>
              </a:extLst>
            </p:cNvPr>
            <p:cNvSpPr/>
            <p:nvPr/>
          </p:nvSpPr>
          <p:spPr>
            <a:xfrm>
              <a:off x="3734" y="825174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8" name="Rectangle : coins arrondis 6">
              <a:extLst>
                <a:ext uri="{FF2B5EF4-FFF2-40B4-BE49-F238E27FC236}">
                  <a16:creationId xmlns:a16="http://schemas.microsoft.com/office/drawing/2014/main" id="{9C95FBBB-F02A-4AA3-9CDB-50137AD0DBC9}"/>
                </a:ext>
              </a:extLst>
            </p:cNvPr>
            <p:cNvSpPr txBox="1"/>
            <p:nvPr/>
          </p:nvSpPr>
          <p:spPr>
            <a:xfrm>
              <a:off x="16364" y="837804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1" kern="1200" noProof="0" dirty="0" err="1"/>
                <a:t>Everybody</a:t>
              </a:r>
              <a:endParaRPr lang="fr-FR" sz="1000" b="1" kern="1200" noProof="0" dirty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E7A53983-3458-41C8-826A-E2758CB6FFE2}"/>
              </a:ext>
            </a:extLst>
          </p:cNvPr>
          <p:cNvGrpSpPr/>
          <p:nvPr/>
        </p:nvGrpSpPr>
        <p:grpSpPr>
          <a:xfrm>
            <a:off x="1300902" y="2844614"/>
            <a:ext cx="1724855" cy="431213"/>
            <a:chOff x="3734" y="1407312"/>
            <a:chExt cx="1724855" cy="431213"/>
          </a:xfrm>
        </p:grpSpPr>
        <p:sp>
          <p:nvSpPr>
            <p:cNvPr id="85" name="Rectangle : coins arrondis 84">
              <a:extLst>
                <a:ext uri="{FF2B5EF4-FFF2-40B4-BE49-F238E27FC236}">
                  <a16:creationId xmlns:a16="http://schemas.microsoft.com/office/drawing/2014/main" id="{21CEBA7A-1C67-4103-9BB0-96F565F9C7C8}"/>
                </a:ext>
              </a:extLst>
            </p:cNvPr>
            <p:cNvSpPr/>
            <p:nvPr/>
          </p:nvSpPr>
          <p:spPr>
            <a:xfrm>
              <a:off x="3734" y="1407312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6" name="Rectangle : coins arrondis 8">
              <a:extLst>
                <a:ext uri="{FF2B5EF4-FFF2-40B4-BE49-F238E27FC236}">
                  <a16:creationId xmlns:a16="http://schemas.microsoft.com/office/drawing/2014/main" id="{7B59DCFA-F0F4-4AEF-AFC1-1C2366C9F2F2}"/>
                </a:ext>
              </a:extLst>
            </p:cNvPr>
            <p:cNvSpPr txBox="1"/>
            <p:nvPr/>
          </p:nvSpPr>
          <p:spPr>
            <a:xfrm>
              <a:off x="16364" y="1419942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0" kern="1200" noProof="0" dirty="0"/>
                <a:t>Workshop maintenance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2F483D16-D540-49BD-B09E-2A57206E5720}"/>
              </a:ext>
            </a:extLst>
          </p:cNvPr>
          <p:cNvGrpSpPr/>
          <p:nvPr/>
        </p:nvGrpSpPr>
        <p:grpSpPr>
          <a:xfrm>
            <a:off x="1300902" y="3426753"/>
            <a:ext cx="1724855" cy="431213"/>
            <a:chOff x="3734" y="1989451"/>
            <a:chExt cx="1724855" cy="431213"/>
          </a:xfrm>
        </p:grpSpPr>
        <p:sp>
          <p:nvSpPr>
            <p:cNvPr id="83" name="Rectangle : coins arrondis 82">
              <a:extLst>
                <a:ext uri="{FF2B5EF4-FFF2-40B4-BE49-F238E27FC236}">
                  <a16:creationId xmlns:a16="http://schemas.microsoft.com/office/drawing/2014/main" id="{D0B52AF4-1087-493E-99D9-5DB885FBE097}"/>
                </a:ext>
              </a:extLst>
            </p:cNvPr>
            <p:cNvSpPr/>
            <p:nvPr/>
          </p:nvSpPr>
          <p:spPr>
            <a:xfrm>
              <a:off x="3734" y="1989451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4" name="Rectangle : coins arrondis 10">
              <a:extLst>
                <a:ext uri="{FF2B5EF4-FFF2-40B4-BE49-F238E27FC236}">
                  <a16:creationId xmlns:a16="http://schemas.microsoft.com/office/drawing/2014/main" id="{B38064F6-1F7F-4764-8C0A-B01658C562F4}"/>
                </a:ext>
              </a:extLst>
            </p:cNvPr>
            <p:cNvSpPr txBox="1"/>
            <p:nvPr/>
          </p:nvSpPr>
          <p:spPr>
            <a:xfrm>
              <a:off x="16364" y="2002081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0" kern="1200" noProof="0" dirty="0"/>
                <a:t>Git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48161F66-0C44-48CC-8B80-1058D01C7788}"/>
              </a:ext>
            </a:extLst>
          </p:cNvPr>
          <p:cNvGrpSpPr/>
          <p:nvPr/>
        </p:nvGrpSpPr>
        <p:grpSpPr>
          <a:xfrm>
            <a:off x="1263921" y="4008891"/>
            <a:ext cx="1724855" cy="431213"/>
            <a:chOff x="3734" y="2571590"/>
            <a:chExt cx="1724855" cy="431213"/>
          </a:xfrm>
        </p:grpSpPr>
        <p:sp>
          <p:nvSpPr>
            <p:cNvPr id="81" name="Rectangle : coins arrondis 80">
              <a:extLst>
                <a:ext uri="{FF2B5EF4-FFF2-40B4-BE49-F238E27FC236}">
                  <a16:creationId xmlns:a16="http://schemas.microsoft.com/office/drawing/2014/main" id="{FE748926-FAAF-469A-84DB-3A7EBEEB7D83}"/>
                </a:ext>
              </a:extLst>
            </p:cNvPr>
            <p:cNvSpPr/>
            <p:nvPr/>
          </p:nvSpPr>
          <p:spPr>
            <a:xfrm>
              <a:off x="3734" y="2571590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" name="Rectangle : coins arrondis 12">
              <a:extLst>
                <a:ext uri="{FF2B5EF4-FFF2-40B4-BE49-F238E27FC236}">
                  <a16:creationId xmlns:a16="http://schemas.microsoft.com/office/drawing/2014/main" id="{50D4FC4A-B9D7-4BB7-B19C-557C44366FCB}"/>
                </a:ext>
              </a:extLst>
            </p:cNvPr>
            <p:cNvSpPr txBox="1"/>
            <p:nvPr/>
          </p:nvSpPr>
          <p:spPr>
            <a:xfrm>
              <a:off x="16364" y="2584220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0" kern="1200" noProof="0" dirty="0" err="1"/>
                <a:t>Taiga</a:t>
              </a:r>
              <a:endParaRPr lang="fr-FR" sz="1000" b="0" kern="1200" noProof="0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8F108067-8373-41EC-9C9C-3C31B7D1CB0E}"/>
              </a:ext>
            </a:extLst>
          </p:cNvPr>
          <p:cNvGrpSpPr/>
          <p:nvPr/>
        </p:nvGrpSpPr>
        <p:grpSpPr>
          <a:xfrm>
            <a:off x="1300902" y="4591030"/>
            <a:ext cx="1724855" cy="431213"/>
            <a:chOff x="3734" y="3153728"/>
            <a:chExt cx="1724855" cy="431213"/>
          </a:xfrm>
        </p:grpSpPr>
        <p:sp>
          <p:nvSpPr>
            <p:cNvPr id="79" name="Rectangle : coins arrondis 78">
              <a:extLst>
                <a:ext uri="{FF2B5EF4-FFF2-40B4-BE49-F238E27FC236}">
                  <a16:creationId xmlns:a16="http://schemas.microsoft.com/office/drawing/2014/main" id="{07C9A4A0-368F-42A6-8981-8AEC0583A469}"/>
                </a:ext>
              </a:extLst>
            </p:cNvPr>
            <p:cNvSpPr/>
            <p:nvPr/>
          </p:nvSpPr>
          <p:spPr>
            <a:xfrm>
              <a:off x="3734" y="3153728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0" name="Rectangle : coins arrondis 14">
              <a:extLst>
                <a:ext uri="{FF2B5EF4-FFF2-40B4-BE49-F238E27FC236}">
                  <a16:creationId xmlns:a16="http://schemas.microsoft.com/office/drawing/2014/main" id="{B8F99776-7950-48F3-8F41-49D5EA1D2F39}"/>
                </a:ext>
              </a:extLst>
            </p:cNvPr>
            <p:cNvSpPr txBox="1"/>
            <p:nvPr/>
          </p:nvSpPr>
          <p:spPr>
            <a:xfrm>
              <a:off x="16364" y="3166358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0" kern="1200" noProof="0" dirty="0"/>
                <a:t>R&amp;D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90BDBC2-4FAB-4E83-831B-49752EC770A2}"/>
              </a:ext>
            </a:extLst>
          </p:cNvPr>
          <p:cNvGrpSpPr/>
          <p:nvPr/>
        </p:nvGrpSpPr>
        <p:grpSpPr>
          <a:xfrm>
            <a:off x="1300902" y="5173169"/>
            <a:ext cx="1724855" cy="431213"/>
            <a:chOff x="3734" y="3735867"/>
            <a:chExt cx="1724855" cy="431213"/>
          </a:xfrm>
        </p:grpSpPr>
        <p:sp>
          <p:nvSpPr>
            <p:cNvPr id="77" name="Rectangle : coins arrondis 76">
              <a:extLst>
                <a:ext uri="{FF2B5EF4-FFF2-40B4-BE49-F238E27FC236}">
                  <a16:creationId xmlns:a16="http://schemas.microsoft.com/office/drawing/2014/main" id="{FA9F006C-B1BD-4E19-B3B5-D7495F3A3FA6}"/>
                </a:ext>
              </a:extLst>
            </p:cNvPr>
            <p:cNvSpPr/>
            <p:nvPr/>
          </p:nvSpPr>
          <p:spPr>
            <a:xfrm>
              <a:off x="3734" y="3735867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8" name="Rectangle : coins arrondis 16">
              <a:extLst>
                <a:ext uri="{FF2B5EF4-FFF2-40B4-BE49-F238E27FC236}">
                  <a16:creationId xmlns:a16="http://schemas.microsoft.com/office/drawing/2014/main" id="{F236BF59-BCAB-4FF9-83B4-6AC84878B16F}"/>
                </a:ext>
              </a:extLst>
            </p:cNvPr>
            <p:cNvSpPr txBox="1"/>
            <p:nvPr/>
          </p:nvSpPr>
          <p:spPr>
            <a:xfrm>
              <a:off x="16364" y="3748497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0" kern="1200" noProof="0" dirty="0" err="1"/>
                <a:t>Preparation</a:t>
              </a:r>
              <a:r>
                <a:rPr lang="fr-FR" sz="1000" b="0" kern="1200" noProof="0" dirty="0"/>
                <a:t> &amp; participation JPO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D6244F5-BAE4-43EA-BF53-B955430F5E8A}"/>
              </a:ext>
            </a:extLst>
          </p:cNvPr>
          <p:cNvGrpSpPr/>
          <p:nvPr/>
        </p:nvGrpSpPr>
        <p:grpSpPr>
          <a:xfrm>
            <a:off x="3267237" y="1680337"/>
            <a:ext cx="1724855" cy="431213"/>
            <a:chOff x="1970069" y="243035"/>
            <a:chExt cx="1724855" cy="431213"/>
          </a:xfrm>
          <a:scene3d>
            <a:camera prst="orthographicFront"/>
            <a:lightRig rig="flat" dir="t"/>
          </a:scene3d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798BE7BC-C511-4D5E-9713-3E7D5098C455}"/>
                </a:ext>
              </a:extLst>
            </p:cNvPr>
            <p:cNvSpPr/>
            <p:nvPr/>
          </p:nvSpPr>
          <p:spPr>
            <a:xfrm>
              <a:off x="1970069" y="243035"/>
              <a:ext cx="1724855" cy="431213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shade val="50000"/>
                <a:hueOff val="215766"/>
                <a:satOff val="3401"/>
                <a:lumOff val="17333"/>
                <a:alphaOff val="0"/>
              </a:schemeClr>
            </a:fillRef>
            <a:effectRef idx="1">
              <a:schemeClr val="accent1">
                <a:shade val="50000"/>
                <a:hueOff val="215766"/>
                <a:satOff val="3401"/>
                <a:lumOff val="17333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76" name="Rectangle : coins arrondis 18">
              <a:extLst>
                <a:ext uri="{FF2B5EF4-FFF2-40B4-BE49-F238E27FC236}">
                  <a16:creationId xmlns:a16="http://schemas.microsoft.com/office/drawing/2014/main" id="{4DBED079-49B7-49D5-97B8-319B810DD95F}"/>
                </a:ext>
              </a:extLst>
            </p:cNvPr>
            <p:cNvSpPr txBox="1"/>
            <p:nvPr/>
          </p:nvSpPr>
          <p:spPr>
            <a:xfrm>
              <a:off x="1982699" y="255665"/>
              <a:ext cx="1699595" cy="40595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5240" tIns="15240" rIns="15240" bIns="15240" numCol="1" spcCol="1270" rtlCol="0" anchor="ctr" anchorCtr="0">
              <a:noAutofit/>
            </a:bodyPr>
            <a:lstStyle/>
            <a:p>
              <a:pPr marL="0" lvl="0" indent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Arm</a:t>
              </a:r>
              <a:endParaRPr lang="fr-FR" sz="1200" kern="1200" noProof="0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483DFF5-9D14-4861-9838-183609CFFA69}"/>
              </a:ext>
            </a:extLst>
          </p:cNvPr>
          <p:cNvGrpSpPr/>
          <p:nvPr/>
        </p:nvGrpSpPr>
        <p:grpSpPr>
          <a:xfrm>
            <a:off x="3267237" y="2262476"/>
            <a:ext cx="1724855" cy="431213"/>
            <a:chOff x="1970069" y="825174"/>
            <a:chExt cx="1724855" cy="431213"/>
          </a:xfrm>
        </p:grpSpPr>
        <p:sp>
          <p:nvSpPr>
            <p:cNvPr id="73" name="Rectangle : coins arrondis 72">
              <a:extLst>
                <a:ext uri="{FF2B5EF4-FFF2-40B4-BE49-F238E27FC236}">
                  <a16:creationId xmlns:a16="http://schemas.microsoft.com/office/drawing/2014/main" id="{DF9EA936-7F86-4CF7-B47B-5EE0CDCD87EB}"/>
                </a:ext>
              </a:extLst>
            </p:cNvPr>
            <p:cNvSpPr/>
            <p:nvPr/>
          </p:nvSpPr>
          <p:spPr>
            <a:xfrm>
              <a:off x="1970069" y="825174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Rectangle : coins arrondis 20">
              <a:extLst>
                <a:ext uri="{FF2B5EF4-FFF2-40B4-BE49-F238E27FC236}">
                  <a16:creationId xmlns:a16="http://schemas.microsoft.com/office/drawing/2014/main" id="{6EFB1058-41B9-4856-B360-84145422063D}"/>
                </a:ext>
              </a:extLst>
            </p:cNvPr>
            <p:cNvSpPr txBox="1"/>
            <p:nvPr/>
          </p:nvSpPr>
          <p:spPr>
            <a:xfrm>
              <a:off x="1982699" y="837804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rtlCol="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/>
                <a:t>Justin </a:t>
              </a:r>
              <a:r>
                <a:rPr lang="en-US" sz="1000" b="1" kern="1200" dirty="0" err="1"/>
                <a:t>Furio</a:t>
              </a:r>
              <a:r>
                <a:rPr lang="en-US" sz="1000" b="1" kern="1200" dirty="0"/>
                <a:t> </a:t>
              </a:r>
            </a:p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/>
                <a:t>Christian Margolis </a:t>
              </a:r>
              <a:br>
                <a:rPr lang="en-US" sz="1000" b="1" kern="1200" dirty="0"/>
              </a:br>
              <a:r>
                <a:rPr lang="en-US" sz="1000" b="1" kern="1200" dirty="0"/>
                <a:t>Jason Puel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9B2C98F-E064-47CC-A08F-AFA9499032BE}"/>
              </a:ext>
            </a:extLst>
          </p:cNvPr>
          <p:cNvGrpSpPr/>
          <p:nvPr/>
        </p:nvGrpSpPr>
        <p:grpSpPr>
          <a:xfrm>
            <a:off x="3267237" y="2844614"/>
            <a:ext cx="1724855" cy="431213"/>
            <a:chOff x="1970069" y="1407312"/>
            <a:chExt cx="1724855" cy="431213"/>
          </a:xfrm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E24B069F-5A47-4CA9-88C6-60D14040457B}"/>
                </a:ext>
              </a:extLst>
            </p:cNvPr>
            <p:cNvSpPr/>
            <p:nvPr/>
          </p:nvSpPr>
          <p:spPr>
            <a:xfrm>
              <a:off x="1970069" y="1407312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Rectangle : coins arrondis 22">
              <a:extLst>
                <a:ext uri="{FF2B5EF4-FFF2-40B4-BE49-F238E27FC236}">
                  <a16:creationId xmlns:a16="http://schemas.microsoft.com/office/drawing/2014/main" id="{5EE60FC6-2FC4-417A-94DB-08EA0F9286AE}"/>
                </a:ext>
              </a:extLst>
            </p:cNvPr>
            <p:cNvSpPr txBox="1"/>
            <p:nvPr/>
          </p:nvSpPr>
          <p:spPr>
            <a:xfrm>
              <a:off x="1982699" y="1419942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rtlCol="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SolidWorks Prototyping</a:t>
              </a:r>
              <a:endParaRPr lang="fr-FR" sz="1000" kern="1200" noProof="0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64DFF82-3860-49D0-A455-2F98AD2B3C10}"/>
              </a:ext>
            </a:extLst>
          </p:cNvPr>
          <p:cNvGrpSpPr/>
          <p:nvPr/>
        </p:nvGrpSpPr>
        <p:grpSpPr>
          <a:xfrm>
            <a:off x="3267237" y="3426753"/>
            <a:ext cx="1724855" cy="431213"/>
            <a:chOff x="1970069" y="1989451"/>
            <a:chExt cx="1724855" cy="431213"/>
          </a:xfrm>
        </p:grpSpPr>
        <p:sp>
          <p:nvSpPr>
            <p:cNvPr id="69" name="Rectangle : coins arrondis 68">
              <a:extLst>
                <a:ext uri="{FF2B5EF4-FFF2-40B4-BE49-F238E27FC236}">
                  <a16:creationId xmlns:a16="http://schemas.microsoft.com/office/drawing/2014/main" id="{857AE1F2-53E2-4ECC-B7AC-C048FEFDD3EA}"/>
                </a:ext>
              </a:extLst>
            </p:cNvPr>
            <p:cNvSpPr/>
            <p:nvPr/>
          </p:nvSpPr>
          <p:spPr>
            <a:xfrm>
              <a:off x="1970069" y="1989451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Rectangle : coins arrondis 24">
              <a:extLst>
                <a:ext uri="{FF2B5EF4-FFF2-40B4-BE49-F238E27FC236}">
                  <a16:creationId xmlns:a16="http://schemas.microsoft.com/office/drawing/2014/main" id="{24AE8583-E424-4001-8D3B-17EB9D3E5F68}"/>
                </a:ext>
              </a:extLst>
            </p:cNvPr>
            <p:cNvSpPr txBox="1"/>
            <p:nvPr/>
          </p:nvSpPr>
          <p:spPr>
            <a:xfrm>
              <a:off x="1982699" y="2002081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rtlCol="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3D Printing</a:t>
              </a:r>
              <a:endParaRPr lang="fr-FR" sz="1000" kern="1200" noProof="0" dirty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12269B4D-A30C-427B-B67F-D6893D29866D}"/>
              </a:ext>
            </a:extLst>
          </p:cNvPr>
          <p:cNvGrpSpPr/>
          <p:nvPr/>
        </p:nvGrpSpPr>
        <p:grpSpPr>
          <a:xfrm>
            <a:off x="3267237" y="4008892"/>
            <a:ext cx="1724855" cy="431213"/>
            <a:chOff x="1970069" y="2571590"/>
            <a:chExt cx="1724855" cy="431213"/>
          </a:xfrm>
        </p:grpSpPr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A754E6D1-C402-4916-A4FC-B760BDA583D3}"/>
                </a:ext>
              </a:extLst>
            </p:cNvPr>
            <p:cNvSpPr/>
            <p:nvPr/>
          </p:nvSpPr>
          <p:spPr>
            <a:xfrm>
              <a:off x="1970069" y="2571590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8" name="Rectangle : coins arrondis 26">
              <a:extLst>
                <a:ext uri="{FF2B5EF4-FFF2-40B4-BE49-F238E27FC236}">
                  <a16:creationId xmlns:a16="http://schemas.microsoft.com/office/drawing/2014/main" id="{33D0EBE1-2406-4BE4-A490-A4860B7129AE}"/>
                </a:ext>
              </a:extLst>
            </p:cNvPr>
            <p:cNvSpPr txBox="1"/>
            <p:nvPr/>
          </p:nvSpPr>
          <p:spPr>
            <a:xfrm>
              <a:off x="1982699" y="2584220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/>
                <a:t>Assembling model</a:t>
              </a:r>
              <a:endParaRPr lang="fr-FR" sz="1000" kern="1200" noProof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BD1F247-2BDF-4FCF-BD89-042738E0CC1E}"/>
              </a:ext>
            </a:extLst>
          </p:cNvPr>
          <p:cNvGrpSpPr/>
          <p:nvPr/>
        </p:nvGrpSpPr>
        <p:grpSpPr>
          <a:xfrm>
            <a:off x="5233572" y="1680337"/>
            <a:ext cx="1724855" cy="431213"/>
            <a:chOff x="3936404" y="243035"/>
            <a:chExt cx="1724855" cy="431213"/>
          </a:xfrm>
          <a:scene3d>
            <a:camera prst="orthographicFront"/>
            <a:lightRig rig="flat" dir="t"/>
          </a:scene3d>
        </p:grpSpPr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E4FB3D52-ADE4-4461-956F-EE148CA526B1}"/>
                </a:ext>
              </a:extLst>
            </p:cNvPr>
            <p:cNvSpPr/>
            <p:nvPr/>
          </p:nvSpPr>
          <p:spPr>
            <a:xfrm>
              <a:off x="3936404" y="243035"/>
              <a:ext cx="1724855" cy="431213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shade val="50000"/>
                <a:hueOff val="431533"/>
                <a:satOff val="6802"/>
                <a:lumOff val="34666"/>
                <a:alphaOff val="0"/>
              </a:schemeClr>
            </a:fillRef>
            <a:effectRef idx="1">
              <a:schemeClr val="accent1">
                <a:shade val="50000"/>
                <a:hueOff val="431533"/>
                <a:satOff val="6802"/>
                <a:lumOff val="34666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66" name="Rectangle : coins arrondis 28">
              <a:extLst>
                <a:ext uri="{FF2B5EF4-FFF2-40B4-BE49-F238E27FC236}">
                  <a16:creationId xmlns:a16="http://schemas.microsoft.com/office/drawing/2014/main" id="{52C880F3-2887-419F-8E92-2BBFC83EC65B}"/>
                </a:ext>
              </a:extLst>
            </p:cNvPr>
            <p:cNvSpPr txBox="1"/>
            <p:nvPr/>
          </p:nvSpPr>
          <p:spPr>
            <a:xfrm>
              <a:off x="3949034" y="255665"/>
              <a:ext cx="1699595" cy="40595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5240" tIns="15240" rIns="15240" bIns="15240" numCol="1" spcCol="1270" rtlCol="0" anchor="ctr" anchorCtr="0">
              <a:noAutofit/>
            </a:bodyPr>
            <a:lstStyle/>
            <a:p>
              <a:pPr marL="0" lvl="0" indent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Color balls sorter</a:t>
              </a:r>
            </a:p>
            <a:p>
              <a:pPr marL="0" lvl="0" indent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noProof="0" dirty="0"/>
                <a:t>Thrower</a:t>
              </a:r>
              <a:endParaRPr lang="fr-FR" sz="1200" kern="1200" noProof="0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C3AF13D-8E29-423A-8827-13EA19457F39}"/>
              </a:ext>
            </a:extLst>
          </p:cNvPr>
          <p:cNvGrpSpPr/>
          <p:nvPr/>
        </p:nvGrpSpPr>
        <p:grpSpPr>
          <a:xfrm>
            <a:off x="5233572" y="2262476"/>
            <a:ext cx="1724855" cy="431213"/>
            <a:chOff x="3936404" y="825174"/>
            <a:chExt cx="1724855" cy="431213"/>
          </a:xfrm>
        </p:grpSpPr>
        <p:sp>
          <p:nvSpPr>
            <p:cNvPr id="63" name="Rectangle : coins arrondis 62">
              <a:extLst>
                <a:ext uri="{FF2B5EF4-FFF2-40B4-BE49-F238E27FC236}">
                  <a16:creationId xmlns:a16="http://schemas.microsoft.com/office/drawing/2014/main" id="{B72C7178-20C3-4834-90AB-40D69A055FC2}"/>
                </a:ext>
              </a:extLst>
            </p:cNvPr>
            <p:cNvSpPr/>
            <p:nvPr/>
          </p:nvSpPr>
          <p:spPr>
            <a:xfrm>
              <a:off x="3936404" y="825174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4" name="Rectangle : coins arrondis 30">
              <a:extLst>
                <a:ext uri="{FF2B5EF4-FFF2-40B4-BE49-F238E27FC236}">
                  <a16:creationId xmlns:a16="http://schemas.microsoft.com/office/drawing/2014/main" id="{BBD45757-DB98-4573-9DDC-07FA13B2A960}"/>
                </a:ext>
              </a:extLst>
            </p:cNvPr>
            <p:cNvSpPr txBox="1"/>
            <p:nvPr/>
          </p:nvSpPr>
          <p:spPr>
            <a:xfrm>
              <a:off x="3949034" y="837804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rtlCol="0" anchor="ctr" anchorCtr="0">
              <a:noAutofit/>
            </a:bodyPr>
            <a:lstStyle/>
            <a:p>
              <a:pPr marL="0" lvl="0" indent="0" algn="l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/>
                <a:t>           Nicolas Court </a:t>
              </a:r>
              <a:br>
                <a:rPr lang="en-US" sz="1000" b="1" kern="1200" dirty="0"/>
              </a:br>
              <a:r>
                <a:rPr lang="en-US" sz="1000" b="1" kern="1200" dirty="0"/>
                <a:t>              </a:t>
              </a:r>
              <a:r>
                <a:rPr lang="en-US" sz="1000" b="1" kern="1200" dirty="0" err="1"/>
                <a:t>Azelarab</a:t>
              </a:r>
              <a:r>
                <a:rPr lang="en-US" sz="1000" b="1" kern="1200" dirty="0"/>
                <a:t> </a:t>
              </a:r>
              <a:r>
                <a:rPr lang="en-US" sz="1000" b="1" kern="1200" dirty="0" err="1"/>
                <a:t>Bouhkchen</a:t>
              </a:r>
              <a:endParaRPr lang="en-US" sz="1000" b="1" kern="1200" dirty="0"/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AB21C55E-76CC-4944-A439-0DB272C54B5B}"/>
              </a:ext>
            </a:extLst>
          </p:cNvPr>
          <p:cNvGrpSpPr/>
          <p:nvPr/>
        </p:nvGrpSpPr>
        <p:grpSpPr>
          <a:xfrm>
            <a:off x="5233572" y="2844614"/>
            <a:ext cx="1724855" cy="431213"/>
            <a:chOff x="3936404" y="1407312"/>
            <a:chExt cx="1724855" cy="431213"/>
          </a:xfrm>
        </p:grpSpPr>
        <p:sp>
          <p:nvSpPr>
            <p:cNvPr id="61" name="Rectangle : coins arrondis 60">
              <a:extLst>
                <a:ext uri="{FF2B5EF4-FFF2-40B4-BE49-F238E27FC236}">
                  <a16:creationId xmlns:a16="http://schemas.microsoft.com/office/drawing/2014/main" id="{C3FCFAB9-37BA-45DE-B02E-122B9205991A}"/>
                </a:ext>
              </a:extLst>
            </p:cNvPr>
            <p:cNvSpPr/>
            <p:nvPr/>
          </p:nvSpPr>
          <p:spPr>
            <a:xfrm>
              <a:off x="3936404" y="1407312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2" name="Rectangle : coins arrondis 32">
              <a:extLst>
                <a:ext uri="{FF2B5EF4-FFF2-40B4-BE49-F238E27FC236}">
                  <a16:creationId xmlns:a16="http://schemas.microsoft.com/office/drawing/2014/main" id="{03091D37-917F-4CE3-9E7F-396FBEC41769}"/>
                </a:ext>
              </a:extLst>
            </p:cNvPr>
            <p:cNvSpPr txBox="1"/>
            <p:nvPr/>
          </p:nvSpPr>
          <p:spPr>
            <a:xfrm>
              <a:off x="3949034" y="1419942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SolidWorks Prototyping</a:t>
              </a:r>
              <a:endParaRPr lang="fr-FR" sz="1000" kern="1200" noProof="0" dirty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3B4E6DC7-57A5-4CAA-835A-2DA4D0DC078F}"/>
              </a:ext>
            </a:extLst>
          </p:cNvPr>
          <p:cNvGrpSpPr/>
          <p:nvPr/>
        </p:nvGrpSpPr>
        <p:grpSpPr>
          <a:xfrm>
            <a:off x="5233572" y="3426753"/>
            <a:ext cx="1724855" cy="431213"/>
            <a:chOff x="3936404" y="1989451"/>
            <a:chExt cx="1724855" cy="431213"/>
          </a:xfrm>
        </p:grpSpPr>
        <p:sp>
          <p:nvSpPr>
            <p:cNvPr id="59" name="Rectangle : coins arrondis 58">
              <a:extLst>
                <a:ext uri="{FF2B5EF4-FFF2-40B4-BE49-F238E27FC236}">
                  <a16:creationId xmlns:a16="http://schemas.microsoft.com/office/drawing/2014/main" id="{2EB8076F-038E-4820-9118-24EA73FBDE2D}"/>
                </a:ext>
              </a:extLst>
            </p:cNvPr>
            <p:cNvSpPr/>
            <p:nvPr/>
          </p:nvSpPr>
          <p:spPr>
            <a:xfrm>
              <a:off x="3936404" y="1989451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0" name="Rectangle : coins arrondis 34">
              <a:extLst>
                <a:ext uri="{FF2B5EF4-FFF2-40B4-BE49-F238E27FC236}">
                  <a16:creationId xmlns:a16="http://schemas.microsoft.com/office/drawing/2014/main" id="{67DEA85D-12DE-4404-A1FB-3E091A1C655E}"/>
                </a:ext>
              </a:extLst>
            </p:cNvPr>
            <p:cNvSpPr txBox="1"/>
            <p:nvPr/>
          </p:nvSpPr>
          <p:spPr>
            <a:xfrm>
              <a:off x="3949034" y="2002081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/>
                <a:t>3D Printing</a:t>
              </a:r>
              <a:endParaRPr lang="fr-FR" sz="1000" kern="1200" noProof="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999B86D4-9AD6-421D-A8F7-0738B4B2EFA0}"/>
              </a:ext>
            </a:extLst>
          </p:cNvPr>
          <p:cNvGrpSpPr/>
          <p:nvPr/>
        </p:nvGrpSpPr>
        <p:grpSpPr>
          <a:xfrm>
            <a:off x="5233572" y="4008892"/>
            <a:ext cx="1724855" cy="431213"/>
            <a:chOff x="3936404" y="2571590"/>
            <a:chExt cx="1724855" cy="431213"/>
          </a:xfrm>
        </p:grpSpPr>
        <p:sp>
          <p:nvSpPr>
            <p:cNvPr id="57" name="Rectangle : coins arrondis 56">
              <a:extLst>
                <a:ext uri="{FF2B5EF4-FFF2-40B4-BE49-F238E27FC236}">
                  <a16:creationId xmlns:a16="http://schemas.microsoft.com/office/drawing/2014/main" id="{753FE42F-60B6-4FF3-8142-745553CAF75F}"/>
                </a:ext>
              </a:extLst>
            </p:cNvPr>
            <p:cNvSpPr/>
            <p:nvPr/>
          </p:nvSpPr>
          <p:spPr>
            <a:xfrm>
              <a:off x="3936404" y="2571590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8" name="Rectangle : coins arrondis 36">
              <a:extLst>
                <a:ext uri="{FF2B5EF4-FFF2-40B4-BE49-F238E27FC236}">
                  <a16:creationId xmlns:a16="http://schemas.microsoft.com/office/drawing/2014/main" id="{359183AA-20A4-42C9-8437-F961B5975B80}"/>
                </a:ext>
              </a:extLst>
            </p:cNvPr>
            <p:cNvSpPr txBox="1"/>
            <p:nvPr/>
          </p:nvSpPr>
          <p:spPr>
            <a:xfrm>
              <a:off x="3949034" y="2584220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Change motor</a:t>
              </a:r>
              <a:endParaRPr lang="fr-FR" sz="1000" kern="1200" noProof="0" dirty="0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DD7A35C-7771-4255-BA49-048E38C229A3}"/>
              </a:ext>
            </a:extLst>
          </p:cNvPr>
          <p:cNvGrpSpPr/>
          <p:nvPr/>
        </p:nvGrpSpPr>
        <p:grpSpPr>
          <a:xfrm>
            <a:off x="5195841" y="4603660"/>
            <a:ext cx="1724855" cy="431213"/>
            <a:chOff x="3936404" y="3153728"/>
            <a:chExt cx="1724855" cy="431213"/>
          </a:xfrm>
        </p:grpSpPr>
        <p:sp>
          <p:nvSpPr>
            <p:cNvPr id="55" name="Rectangle : coins arrondis 54">
              <a:extLst>
                <a:ext uri="{FF2B5EF4-FFF2-40B4-BE49-F238E27FC236}">
                  <a16:creationId xmlns:a16="http://schemas.microsoft.com/office/drawing/2014/main" id="{7AD0B10C-B453-4A7E-8486-3CA9E89B1D6C}"/>
                </a:ext>
              </a:extLst>
            </p:cNvPr>
            <p:cNvSpPr/>
            <p:nvPr/>
          </p:nvSpPr>
          <p:spPr>
            <a:xfrm>
              <a:off x="3936404" y="3153728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6" name="Rectangle : coins arrondis 38">
              <a:extLst>
                <a:ext uri="{FF2B5EF4-FFF2-40B4-BE49-F238E27FC236}">
                  <a16:creationId xmlns:a16="http://schemas.microsoft.com/office/drawing/2014/main" id="{53769EA4-9F28-40C1-8BD8-6159F741E1AF}"/>
                </a:ext>
              </a:extLst>
            </p:cNvPr>
            <p:cNvSpPr txBox="1"/>
            <p:nvPr/>
          </p:nvSpPr>
          <p:spPr>
            <a:xfrm>
              <a:off x="3949034" y="3166358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Assembling model</a:t>
              </a:r>
              <a:endParaRPr lang="fr-FR" sz="1000" kern="12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0DE6D5B9-063D-4CA3-999A-33FB80EF58AE}"/>
              </a:ext>
            </a:extLst>
          </p:cNvPr>
          <p:cNvGrpSpPr/>
          <p:nvPr/>
        </p:nvGrpSpPr>
        <p:grpSpPr>
          <a:xfrm>
            <a:off x="7199907" y="1680337"/>
            <a:ext cx="1724855" cy="431213"/>
            <a:chOff x="5902739" y="243035"/>
            <a:chExt cx="1724855" cy="431213"/>
          </a:xfrm>
          <a:scene3d>
            <a:camera prst="orthographicFront"/>
            <a:lightRig rig="flat" dir="t"/>
          </a:scene3d>
        </p:grpSpPr>
        <p:sp>
          <p:nvSpPr>
            <p:cNvPr id="53" name="Rectangle : coins arrondis 52">
              <a:extLst>
                <a:ext uri="{FF2B5EF4-FFF2-40B4-BE49-F238E27FC236}">
                  <a16:creationId xmlns:a16="http://schemas.microsoft.com/office/drawing/2014/main" id="{EEAAA221-04B4-4E63-96F0-B9E0057A5EC5}"/>
                </a:ext>
              </a:extLst>
            </p:cNvPr>
            <p:cNvSpPr/>
            <p:nvPr/>
          </p:nvSpPr>
          <p:spPr>
            <a:xfrm>
              <a:off x="5902739" y="243035"/>
              <a:ext cx="1724855" cy="431213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shade val="50000"/>
                <a:hueOff val="431533"/>
                <a:satOff val="6802"/>
                <a:lumOff val="34666"/>
                <a:alphaOff val="0"/>
              </a:schemeClr>
            </a:fillRef>
            <a:effectRef idx="1">
              <a:schemeClr val="accent1">
                <a:shade val="50000"/>
                <a:hueOff val="431533"/>
                <a:satOff val="6802"/>
                <a:lumOff val="34666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54" name="Rectangle : coins arrondis 40">
              <a:extLst>
                <a:ext uri="{FF2B5EF4-FFF2-40B4-BE49-F238E27FC236}">
                  <a16:creationId xmlns:a16="http://schemas.microsoft.com/office/drawing/2014/main" id="{2B2971FF-314A-479F-BBD4-7E64062C3797}"/>
                </a:ext>
              </a:extLst>
            </p:cNvPr>
            <p:cNvSpPr txBox="1"/>
            <p:nvPr/>
          </p:nvSpPr>
          <p:spPr>
            <a:xfrm>
              <a:off x="5915369" y="255665"/>
              <a:ext cx="1699595" cy="40595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5240" tIns="15240" rIns="15240" bIns="15240" numCol="1" spcCol="1270" rtlCol="0" anchor="ctr" anchorCtr="0">
              <a:noAutofit/>
            </a:bodyPr>
            <a:lstStyle/>
            <a:p>
              <a:pPr marL="0" lvl="0" indent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Software</a:t>
              </a:r>
              <a:endParaRPr lang="fr-FR" sz="1200" kern="1200" noProof="0" dirty="0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198127EA-F510-4ABF-B59A-23E41A630EAC}"/>
              </a:ext>
            </a:extLst>
          </p:cNvPr>
          <p:cNvGrpSpPr/>
          <p:nvPr/>
        </p:nvGrpSpPr>
        <p:grpSpPr>
          <a:xfrm>
            <a:off x="7199907" y="2262476"/>
            <a:ext cx="1724855" cy="431213"/>
            <a:chOff x="5902739" y="825174"/>
            <a:chExt cx="1724855" cy="431213"/>
          </a:xfrm>
        </p:grpSpPr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BBA6C104-EB83-4C31-83AB-0D67B94B8DF7}"/>
                </a:ext>
              </a:extLst>
            </p:cNvPr>
            <p:cNvSpPr/>
            <p:nvPr/>
          </p:nvSpPr>
          <p:spPr>
            <a:xfrm>
              <a:off x="5902739" y="825174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2" name="Rectangle : coins arrondis 42">
              <a:extLst>
                <a:ext uri="{FF2B5EF4-FFF2-40B4-BE49-F238E27FC236}">
                  <a16:creationId xmlns:a16="http://schemas.microsoft.com/office/drawing/2014/main" id="{3E895498-AE56-46D1-A441-1C55A8B7B177}"/>
                </a:ext>
              </a:extLst>
            </p:cNvPr>
            <p:cNvSpPr txBox="1"/>
            <p:nvPr/>
          </p:nvSpPr>
          <p:spPr>
            <a:xfrm>
              <a:off x="5915369" y="837804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rtlCol="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1" kern="1200" noProof="0" dirty="0"/>
                <a:t>Adrien </a:t>
              </a:r>
              <a:r>
                <a:rPr lang="fr-FR" sz="1000" b="1" kern="1200" noProof="0" dirty="0" err="1"/>
                <a:t>Mojika</a:t>
              </a:r>
              <a:endParaRPr lang="fr-FR" sz="1000" b="1" kern="1200" noProof="0" dirty="0"/>
            </a:p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b="1" kern="1200" noProof="0" dirty="0"/>
                <a:t>         Mélanie </a:t>
              </a:r>
              <a:r>
                <a:rPr lang="fr-FR" sz="1000" b="1" kern="1200" noProof="0" dirty="0" err="1"/>
                <a:t>Brulc</a:t>
              </a:r>
              <a:endParaRPr lang="fr-FR" sz="1000" b="1" kern="1200" noProof="0" dirty="0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6C0A4E0-B3EA-42EC-A1D0-31E8EDED76D9}"/>
              </a:ext>
            </a:extLst>
          </p:cNvPr>
          <p:cNvGrpSpPr/>
          <p:nvPr/>
        </p:nvGrpSpPr>
        <p:grpSpPr>
          <a:xfrm>
            <a:off x="7199907" y="2844614"/>
            <a:ext cx="1724855" cy="431213"/>
            <a:chOff x="5902739" y="1407312"/>
            <a:chExt cx="1724855" cy="431213"/>
          </a:xfrm>
        </p:grpSpPr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8235B133-4525-4806-B624-1FDE166EE1BA}"/>
                </a:ext>
              </a:extLst>
            </p:cNvPr>
            <p:cNvSpPr/>
            <p:nvPr/>
          </p:nvSpPr>
          <p:spPr>
            <a:xfrm>
              <a:off x="5902739" y="1407312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Rectangle : coins arrondis 44">
              <a:extLst>
                <a:ext uri="{FF2B5EF4-FFF2-40B4-BE49-F238E27FC236}">
                  <a16:creationId xmlns:a16="http://schemas.microsoft.com/office/drawing/2014/main" id="{C47F2542-713C-4561-AFD9-BE0B36B606A1}"/>
                </a:ext>
              </a:extLst>
            </p:cNvPr>
            <p:cNvSpPr txBox="1"/>
            <p:nvPr/>
          </p:nvSpPr>
          <p:spPr>
            <a:xfrm>
              <a:off x="5915369" y="1419942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Line follower code</a:t>
              </a:r>
              <a:endParaRPr lang="fr-FR" sz="1000" kern="1200" noProof="0" dirty="0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646AB9EB-1965-4909-913B-0DE5B63F31A9}"/>
              </a:ext>
            </a:extLst>
          </p:cNvPr>
          <p:cNvGrpSpPr/>
          <p:nvPr/>
        </p:nvGrpSpPr>
        <p:grpSpPr>
          <a:xfrm>
            <a:off x="7199907" y="3426753"/>
            <a:ext cx="1724855" cy="431213"/>
            <a:chOff x="5902739" y="1989451"/>
            <a:chExt cx="1724855" cy="431213"/>
          </a:xfrm>
        </p:grpSpPr>
        <p:sp>
          <p:nvSpPr>
            <p:cNvPr id="47" name="Rectangle : coins arrondis 46">
              <a:extLst>
                <a:ext uri="{FF2B5EF4-FFF2-40B4-BE49-F238E27FC236}">
                  <a16:creationId xmlns:a16="http://schemas.microsoft.com/office/drawing/2014/main" id="{981A3BB9-19DF-421F-B633-257D6DF3EA24}"/>
                </a:ext>
              </a:extLst>
            </p:cNvPr>
            <p:cNvSpPr/>
            <p:nvPr/>
          </p:nvSpPr>
          <p:spPr>
            <a:xfrm>
              <a:off x="5902739" y="1989451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Rectangle : coins arrondis 46">
              <a:extLst>
                <a:ext uri="{FF2B5EF4-FFF2-40B4-BE49-F238E27FC236}">
                  <a16:creationId xmlns:a16="http://schemas.microsoft.com/office/drawing/2014/main" id="{A043678D-FA46-4B54-BD9E-E065C64DC7A2}"/>
                </a:ext>
              </a:extLst>
            </p:cNvPr>
            <p:cNvSpPr txBox="1"/>
            <p:nvPr/>
          </p:nvSpPr>
          <p:spPr>
            <a:xfrm>
              <a:off x="5915369" y="2002081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kern="1200" noProof="0" dirty="0" err="1"/>
                <a:t>Executable</a:t>
              </a:r>
              <a:endParaRPr lang="fr-FR" sz="1000" kern="1200" noProof="0" dirty="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649E25E1-A9E7-4CB0-86F0-7A1BFB0F386A}"/>
              </a:ext>
            </a:extLst>
          </p:cNvPr>
          <p:cNvGrpSpPr/>
          <p:nvPr/>
        </p:nvGrpSpPr>
        <p:grpSpPr>
          <a:xfrm>
            <a:off x="7199907" y="4008892"/>
            <a:ext cx="1724855" cy="431213"/>
            <a:chOff x="5902739" y="2571590"/>
            <a:chExt cx="1724855" cy="431213"/>
          </a:xfrm>
        </p:grpSpPr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8041AF52-4350-46BB-B294-4A5E5963681A}"/>
                </a:ext>
              </a:extLst>
            </p:cNvPr>
            <p:cNvSpPr/>
            <p:nvPr/>
          </p:nvSpPr>
          <p:spPr>
            <a:xfrm>
              <a:off x="5902739" y="2571590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6" name="Rectangle : coins arrondis 48">
              <a:extLst>
                <a:ext uri="{FF2B5EF4-FFF2-40B4-BE49-F238E27FC236}">
                  <a16:creationId xmlns:a16="http://schemas.microsoft.com/office/drawing/2014/main" id="{9A730DAD-4B17-4FFE-90B3-9C6512A7D854}"/>
                </a:ext>
              </a:extLst>
            </p:cNvPr>
            <p:cNvSpPr txBox="1"/>
            <p:nvPr/>
          </p:nvSpPr>
          <p:spPr>
            <a:xfrm>
              <a:off x="5915369" y="2584220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kern="1200" noProof="0" dirty="0"/>
                <a:t>Initialisation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B8E7CE27-E706-4D36-BA1C-C2D074890253}"/>
              </a:ext>
            </a:extLst>
          </p:cNvPr>
          <p:cNvGrpSpPr/>
          <p:nvPr/>
        </p:nvGrpSpPr>
        <p:grpSpPr>
          <a:xfrm>
            <a:off x="7199907" y="4591030"/>
            <a:ext cx="1724855" cy="431213"/>
            <a:chOff x="5902739" y="3153728"/>
            <a:chExt cx="1724855" cy="431213"/>
          </a:xfrm>
        </p:grpSpPr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1740D4A1-FFAF-4033-9C40-952D9E69AD26}"/>
                </a:ext>
              </a:extLst>
            </p:cNvPr>
            <p:cNvSpPr/>
            <p:nvPr/>
          </p:nvSpPr>
          <p:spPr>
            <a:xfrm>
              <a:off x="5902739" y="3153728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4" name="Rectangle : coins arrondis 50">
              <a:extLst>
                <a:ext uri="{FF2B5EF4-FFF2-40B4-BE49-F238E27FC236}">
                  <a16:creationId xmlns:a16="http://schemas.microsoft.com/office/drawing/2014/main" id="{EBE90FE4-5BA0-4F65-9C4C-836EB50EC710}"/>
                </a:ext>
              </a:extLst>
            </p:cNvPr>
            <p:cNvSpPr txBox="1"/>
            <p:nvPr/>
          </p:nvSpPr>
          <p:spPr>
            <a:xfrm>
              <a:off x="5915369" y="3166358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kern="1200" noProof="0" dirty="0"/>
                <a:t>Update all </a:t>
              </a:r>
              <a:r>
                <a:rPr lang="fr-FR" sz="1000" kern="1200" noProof="0" dirty="0" err="1"/>
                <a:t>card</a:t>
              </a:r>
              <a:endParaRPr lang="fr-FR" sz="1000" kern="120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EC1397ED-5331-4B19-8FE4-CE9E04D6B884}"/>
              </a:ext>
            </a:extLst>
          </p:cNvPr>
          <p:cNvGrpSpPr/>
          <p:nvPr/>
        </p:nvGrpSpPr>
        <p:grpSpPr>
          <a:xfrm>
            <a:off x="9166242" y="1680337"/>
            <a:ext cx="1724855" cy="431213"/>
            <a:chOff x="7869074" y="243035"/>
            <a:chExt cx="1724855" cy="431213"/>
          </a:xfrm>
          <a:scene3d>
            <a:camera prst="orthographicFront"/>
            <a:lightRig rig="flat" dir="t"/>
          </a:scene3d>
        </p:grpSpPr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25552F25-4408-4A15-9438-DA0123CE575F}"/>
                </a:ext>
              </a:extLst>
            </p:cNvPr>
            <p:cNvSpPr/>
            <p:nvPr/>
          </p:nvSpPr>
          <p:spPr>
            <a:xfrm>
              <a:off x="7869074" y="243035"/>
              <a:ext cx="1724855" cy="431213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shade val="50000"/>
                <a:hueOff val="215766"/>
                <a:satOff val="3401"/>
                <a:lumOff val="17333"/>
                <a:alphaOff val="0"/>
              </a:schemeClr>
            </a:fillRef>
            <a:effectRef idx="1">
              <a:schemeClr val="accent1">
                <a:shade val="50000"/>
                <a:hueOff val="215766"/>
                <a:satOff val="3401"/>
                <a:lumOff val="17333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42" name="Rectangle : coins arrondis 52">
              <a:extLst>
                <a:ext uri="{FF2B5EF4-FFF2-40B4-BE49-F238E27FC236}">
                  <a16:creationId xmlns:a16="http://schemas.microsoft.com/office/drawing/2014/main" id="{273F3A6E-821A-4338-A92E-65E63905B6C3}"/>
                </a:ext>
              </a:extLst>
            </p:cNvPr>
            <p:cNvSpPr txBox="1"/>
            <p:nvPr/>
          </p:nvSpPr>
          <p:spPr>
            <a:xfrm>
              <a:off x="7881704" y="255665"/>
              <a:ext cx="1699595" cy="40595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5240" tIns="15240" rIns="15240" bIns="15240" numCol="1" spcCol="1270" rtlCol="0" anchor="ctr" anchorCtr="0">
              <a:noAutofit/>
            </a:bodyPr>
            <a:lstStyle/>
            <a:p>
              <a:pPr marL="0" lvl="0" indent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noProof="0" dirty="0"/>
                <a:t>Raspberry Pi</a:t>
              </a:r>
              <a:endParaRPr lang="fr-FR" sz="1200" kern="1200" noProof="0" dirty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FF0AE8B8-62CA-4347-B5C5-104A80750DDE}"/>
              </a:ext>
            </a:extLst>
          </p:cNvPr>
          <p:cNvGrpSpPr/>
          <p:nvPr/>
        </p:nvGrpSpPr>
        <p:grpSpPr>
          <a:xfrm>
            <a:off x="9166242" y="2262476"/>
            <a:ext cx="1724855" cy="431213"/>
            <a:chOff x="7869074" y="825174"/>
            <a:chExt cx="1724855" cy="431213"/>
          </a:xfrm>
        </p:grpSpPr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B8457C82-53F1-421C-808D-1C2539EF7B6A}"/>
                </a:ext>
              </a:extLst>
            </p:cNvPr>
            <p:cNvSpPr/>
            <p:nvPr/>
          </p:nvSpPr>
          <p:spPr>
            <a:xfrm>
              <a:off x="7869074" y="825174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0" name="Rectangle : coins arrondis 54">
              <a:extLst>
                <a:ext uri="{FF2B5EF4-FFF2-40B4-BE49-F238E27FC236}">
                  <a16:creationId xmlns:a16="http://schemas.microsoft.com/office/drawing/2014/main" id="{6BF8F21F-338D-4169-B9EA-C765FC654FB6}"/>
                </a:ext>
              </a:extLst>
            </p:cNvPr>
            <p:cNvSpPr txBox="1"/>
            <p:nvPr/>
          </p:nvSpPr>
          <p:spPr>
            <a:xfrm>
              <a:off x="7881704" y="837804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rtlCol="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b="1" dirty="0"/>
                <a:t>Justin </a:t>
              </a:r>
              <a:r>
                <a:rPr lang="en-US" sz="1000" b="1" dirty="0" err="1"/>
                <a:t>Furio</a:t>
              </a:r>
              <a:r>
                <a:rPr lang="en-US" sz="1000" b="1" dirty="0"/>
                <a:t> 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b="1" dirty="0"/>
                <a:t>Christian Margolis </a:t>
              </a:r>
              <a:br>
                <a:rPr lang="en-US" sz="1000" b="1" dirty="0"/>
              </a:br>
              <a:r>
                <a:rPr lang="en-US" sz="1000" b="1" dirty="0"/>
                <a:t>Jason Puel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6DBCA838-F494-4D24-81F5-E1A94F6BFFCE}"/>
              </a:ext>
            </a:extLst>
          </p:cNvPr>
          <p:cNvGrpSpPr/>
          <p:nvPr/>
        </p:nvGrpSpPr>
        <p:grpSpPr>
          <a:xfrm>
            <a:off x="9166242" y="2844614"/>
            <a:ext cx="1724855" cy="431213"/>
            <a:chOff x="7869074" y="1407312"/>
            <a:chExt cx="1724855" cy="431213"/>
          </a:xfrm>
        </p:grpSpPr>
        <p:sp>
          <p:nvSpPr>
            <p:cNvPr id="37" name="Rectangle : coins arrondis 36">
              <a:extLst>
                <a:ext uri="{FF2B5EF4-FFF2-40B4-BE49-F238E27FC236}">
                  <a16:creationId xmlns:a16="http://schemas.microsoft.com/office/drawing/2014/main" id="{D78286DE-D812-4DC8-B56A-71BB2D872F63}"/>
                </a:ext>
              </a:extLst>
            </p:cNvPr>
            <p:cNvSpPr/>
            <p:nvPr/>
          </p:nvSpPr>
          <p:spPr>
            <a:xfrm>
              <a:off x="7869074" y="1407312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Rectangle : coins arrondis 56">
              <a:extLst>
                <a:ext uri="{FF2B5EF4-FFF2-40B4-BE49-F238E27FC236}">
                  <a16:creationId xmlns:a16="http://schemas.microsoft.com/office/drawing/2014/main" id="{AB326E15-4ED3-444C-AD60-E8E00B7244DC}"/>
                </a:ext>
              </a:extLst>
            </p:cNvPr>
            <p:cNvSpPr txBox="1"/>
            <p:nvPr/>
          </p:nvSpPr>
          <p:spPr>
            <a:xfrm>
              <a:off x="7881704" y="1419942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000" kern="1200" noProof="0" dirty="0" err="1"/>
                <a:t>Electronic</a:t>
              </a:r>
              <a:endParaRPr lang="fr-FR" sz="1000" kern="1200" noProof="0" dirty="0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0D5E2BF8-E450-4B7B-934C-28B524FFFD8C}"/>
              </a:ext>
            </a:extLst>
          </p:cNvPr>
          <p:cNvGrpSpPr/>
          <p:nvPr/>
        </p:nvGrpSpPr>
        <p:grpSpPr>
          <a:xfrm>
            <a:off x="9166242" y="3426753"/>
            <a:ext cx="1724855" cy="431213"/>
            <a:chOff x="7869074" y="1989451"/>
            <a:chExt cx="1724855" cy="431213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16F8F903-1FBD-4A4A-BF39-59966A0E98CB}"/>
                </a:ext>
              </a:extLst>
            </p:cNvPr>
            <p:cNvSpPr/>
            <p:nvPr/>
          </p:nvSpPr>
          <p:spPr>
            <a:xfrm>
              <a:off x="7869074" y="1989451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6" name="Rectangle : coins arrondis 58">
              <a:extLst>
                <a:ext uri="{FF2B5EF4-FFF2-40B4-BE49-F238E27FC236}">
                  <a16:creationId xmlns:a16="http://schemas.microsoft.com/office/drawing/2014/main" id="{F0E9716A-CFC4-43A4-B3FC-E4CD6E9AB2B3}"/>
                </a:ext>
              </a:extLst>
            </p:cNvPr>
            <p:cNvSpPr txBox="1"/>
            <p:nvPr/>
          </p:nvSpPr>
          <p:spPr>
            <a:xfrm>
              <a:off x="7881704" y="2002081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noProof="0" dirty="0"/>
                <a:t>Programing HP</a:t>
              </a:r>
              <a:endParaRPr lang="fr-FR" sz="1000" kern="1200" noProof="0" dirty="0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D8C7DF1-661C-4601-99E2-6B45BB909AF0}"/>
              </a:ext>
            </a:extLst>
          </p:cNvPr>
          <p:cNvGrpSpPr/>
          <p:nvPr/>
        </p:nvGrpSpPr>
        <p:grpSpPr>
          <a:xfrm>
            <a:off x="9166242" y="4008892"/>
            <a:ext cx="1724855" cy="431213"/>
            <a:chOff x="7869074" y="2571590"/>
            <a:chExt cx="1724855" cy="431213"/>
          </a:xfrm>
        </p:grpSpPr>
        <p:sp>
          <p:nvSpPr>
            <p:cNvPr id="33" name="Rectangle : coins arrondis 32">
              <a:extLst>
                <a:ext uri="{FF2B5EF4-FFF2-40B4-BE49-F238E27FC236}">
                  <a16:creationId xmlns:a16="http://schemas.microsoft.com/office/drawing/2014/main" id="{80A45147-0931-4DEF-ABA9-759378DCEA18}"/>
                </a:ext>
              </a:extLst>
            </p:cNvPr>
            <p:cNvSpPr/>
            <p:nvPr/>
          </p:nvSpPr>
          <p:spPr>
            <a:xfrm>
              <a:off x="7869074" y="2571590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Rectangle : coins arrondis 60">
              <a:extLst>
                <a:ext uri="{FF2B5EF4-FFF2-40B4-BE49-F238E27FC236}">
                  <a16:creationId xmlns:a16="http://schemas.microsoft.com/office/drawing/2014/main" id="{FE2B5F4B-7927-4E44-B4A9-AA7C08F83224}"/>
                </a:ext>
              </a:extLst>
            </p:cNvPr>
            <p:cNvSpPr txBox="1"/>
            <p:nvPr/>
          </p:nvSpPr>
          <p:spPr>
            <a:xfrm>
              <a:off x="7881704" y="2584220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Build Box Raspberry</a:t>
              </a:r>
              <a:endParaRPr lang="fr-FR" sz="1000" kern="1200" noProof="0" dirty="0"/>
            </a:p>
          </p:txBody>
        </p:sp>
      </p:grpSp>
      <p:sp>
        <p:nvSpPr>
          <p:cNvPr id="91" name="Flèche : droite 90">
            <a:extLst>
              <a:ext uri="{FF2B5EF4-FFF2-40B4-BE49-F238E27FC236}">
                <a16:creationId xmlns:a16="http://schemas.microsoft.com/office/drawing/2014/main" id="{CD582983-AA6F-450D-BCE4-6FF2FC6D961B}"/>
              </a:ext>
            </a:extLst>
          </p:cNvPr>
          <p:cNvSpPr/>
          <p:nvPr/>
        </p:nvSpPr>
        <p:spPr>
          <a:xfrm rot="5400000">
            <a:off x="2126349" y="2149282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shade val="9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92" name="Flèche : droite 91">
            <a:extLst>
              <a:ext uri="{FF2B5EF4-FFF2-40B4-BE49-F238E27FC236}">
                <a16:creationId xmlns:a16="http://schemas.microsoft.com/office/drawing/2014/main" id="{065E5751-F53C-4EC3-A812-35D6FF3C7B76}"/>
              </a:ext>
            </a:extLst>
          </p:cNvPr>
          <p:cNvSpPr/>
          <p:nvPr/>
        </p:nvSpPr>
        <p:spPr>
          <a:xfrm rot="5400000">
            <a:off x="2126349" y="2731421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46907"/>
              <a:satOff val="60"/>
              <a:lumOff val="2696"/>
              <a:alphaOff val="0"/>
            </a:schemeClr>
          </a:lnRef>
          <a:fillRef idx="2">
            <a:schemeClr val="accent1">
              <a:shade val="90000"/>
              <a:hueOff val="46907"/>
              <a:satOff val="60"/>
              <a:lumOff val="2696"/>
              <a:alphaOff val="0"/>
            </a:schemeClr>
          </a:fillRef>
          <a:effectRef idx="1">
            <a:schemeClr val="accent1">
              <a:shade val="90000"/>
              <a:hueOff val="46907"/>
              <a:satOff val="60"/>
              <a:lumOff val="2696"/>
              <a:alphaOff val="0"/>
            </a:schemeClr>
          </a:effectRef>
          <a:fontRef idx="minor">
            <a:schemeClr val="dk1"/>
          </a:fontRef>
        </p:style>
      </p:sp>
      <p:sp>
        <p:nvSpPr>
          <p:cNvPr id="93" name="Flèche : droite 92">
            <a:extLst>
              <a:ext uri="{FF2B5EF4-FFF2-40B4-BE49-F238E27FC236}">
                <a16:creationId xmlns:a16="http://schemas.microsoft.com/office/drawing/2014/main" id="{D7FB9238-AA39-43AA-B7D8-2F50719EAABB}"/>
              </a:ext>
            </a:extLst>
          </p:cNvPr>
          <p:cNvSpPr/>
          <p:nvPr/>
        </p:nvSpPr>
        <p:spPr>
          <a:xfrm rot="5400000">
            <a:off x="2126349" y="3313559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93814"/>
              <a:satOff val="119"/>
              <a:lumOff val="5393"/>
              <a:alphaOff val="0"/>
            </a:schemeClr>
          </a:lnRef>
          <a:fillRef idx="2">
            <a:schemeClr val="accent1">
              <a:shade val="90000"/>
              <a:hueOff val="93814"/>
              <a:satOff val="119"/>
              <a:lumOff val="5393"/>
              <a:alphaOff val="0"/>
            </a:schemeClr>
          </a:fillRef>
          <a:effectRef idx="1">
            <a:schemeClr val="accent1">
              <a:shade val="90000"/>
              <a:hueOff val="93814"/>
              <a:satOff val="119"/>
              <a:lumOff val="5393"/>
              <a:alphaOff val="0"/>
            </a:schemeClr>
          </a:effectRef>
          <a:fontRef idx="minor">
            <a:schemeClr val="dk1"/>
          </a:fontRef>
        </p:style>
      </p:sp>
      <p:sp>
        <p:nvSpPr>
          <p:cNvPr id="94" name="Flèche : droite 93">
            <a:extLst>
              <a:ext uri="{FF2B5EF4-FFF2-40B4-BE49-F238E27FC236}">
                <a16:creationId xmlns:a16="http://schemas.microsoft.com/office/drawing/2014/main" id="{719E31F4-F179-45BF-A7C9-C8DFA9CC7594}"/>
              </a:ext>
            </a:extLst>
          </p:cNvPr>
          <p:cNvSpPr/>
          <p:nvPr/>
        </p:nvSpPr>
        <p:spPr>
          <a:xfrm rot="5400000">
            <a:off x="2126349" y="3895698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40721"/>
              <a:satOff val="179"/>
              <a:lumOff val="8089"/>
              <a:alphaOff val="0"/>
            </a:schemeClr>
          </a:lnRef>
          <a:fillRef idx="2">
            <a:schemeClr val="accent1">
              <a:shade val="90000"/>
              <a:hueOff val="140721"/>
              <a:satOff val="179"/>
              <a:lumOff val="8089"/>
              <a:alphaOff val="0"/>
            </a:schemeClr>
          </a:fillRef>
          <a:effectRef idx="1">
            <a:schemeClr val="accent1">
              <a:shade val="90000"/>
              <a:hueOff val="140721"/>
              <a:satOff val="179"/>
              <a:lumOff val="8089"/>
              <a:alphaOff val="0"/>
            </a:schemeClr>
          </a:effectRef>
          <a:fontRef idx="minor">
            <a:schemeClr val="dk1"/>
          </a:fontRef>
        </p:style>
      </p:sp>
      <p:sp>
        <p:nvSpPr>
          <p:cNvPr id="95" name="Flèche : droite 94">
            <a:extLst>
              <a:ext uri="{FF2B5EF4-FFF2-40B4-BE49-F238E27FC236}">
                <a16:creationId xmlns:a16="http://schemas.microsoft.com/office/drawing/2014/main" id="{8186B25A-F9C9-4DB3-B177-ACF6903E64C7}"/>
              </a:ext>
            </a:extLst>
          </p:cNvPr>
          <p:cNvSpPr/>
          <p:nvPr/>
        </p:nvSpPr>
        <p:spPr>
          <a:xfrm rot="5400000">
            <a:off x="2126349" y="4477837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87628"/>
              <a:satOff val="238"/>
              <a:lumOff val="10785"/>
              <a:alphaOff val="0"/>
            </a:schemeClr>
          </a:lnRef>
          <a:fillRef idx="2">
            <a:schemeClr val="accent1">
              <a:shade val="90000"/>
              <a:hueOff val="187628"/>
              <a:satOff val="238"/>
              <a:lumOff val="10785"/>
              <a:alphaOff val="0"/>
            </a:schemeClr>
          </a:fillRef>
          <a:effectRef idx="1">
            <a:schemeClr val="accent1">
              <a:shade val="90000"/>
              <a:hueOff val="187628"/>
              <a:satOff val="238"/>
              <a:lumOff val="10785"/>
              <a:alphaOff val="0"/>
            </a:schemeClr>
          </a:effectRef>
          <a:fontRef idx="minor">
            <a:schemeClr val="dk1"/>
          </a:fontRef>
        </p:style>
      </p:sp>
      <p:sp>
        <p:nvSpPr>
          <p:cNvPr id="96" name="Flèche : droite 95">
            <a:extLst>
              <a:ext uri="{FF2B5EF4-FFF2-40B4-BE49-F238E27FC236}">
                <a16:creationId xmlns:a16="http://schemas.microsoft.com/office/drawing/2014/main" id="{244659E0-C627-417B-B946-8FEAA442C2FD}"/>
              </a:ext>
            </a:extLst>
          </p:cNvPr>
          <p:cNvSpPr/>
          <p:nvPr/>
        </p:nvSpPr>
        <p:spPr>
          <a:xfrm rot="5400000">
            <a:off x="2126349" y="5059975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234534"/>
              <a:satOff val="298"/>
              <a:lumOff val="13482"/>
              <a:alphaOff val="0"/>
            </a:schemeClr>
          </a:lnRef>
          <a:fillRef idx="2">
            <a:schemeClr val="accent1">
              <a:shade val="90000"/>
              <a:hueOff val="234534"/>
              <a:satOff val="298"/>
              <a:lumOff val="13482"/>
              <a:alphaOff val="0"/>
            </a:schemeClr>
          </a:fillRef>
          <a:effectRef idx="1">
            <a:schemeClr val="accent1">
              <a:shade val="90000"/>
              <a:hueOff val="234534"/>
              <a:satOff val="298"/>
              <a:lumOff val="13482"/>
              <a:alphaOff val="0"/>
            </a:schemeClr>
          </a:effectRef>
          <a:fontRef idx="minor">
            <a:schemeClr val="dk1"/>
          </a:fontRef>
        </p:style>
      </p:sp>
      <p:sp>
        <p:nvSpPr>
          <p:cNvPr id="103" name="Flèche : droite 102">
            <a:extLst>
              <a:ext uri="{FF2B5EF4-FFF2-40B4-BE49-F238E27FC236}">
                <a16:creationId xmlns:a16="http://schemas.microsoft.com/office/drawing/2014/main" id="{0E48047F-667C-486A-9A42-3827283320DE}"/>
              </a:ext>
            </a:extLst>
          </p:cNvPr>
          <p:cNvSpPr/>
          <p:nvPr/>
        </p:nvSpPr>
        <p:spPr>
          <a:xfrm rot="5400000">
            <a:off x="6058269" y="2149282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shade val="9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104" name="Flèche : droite 103">
            <a:extLst>
              <a:ext uri="{FF2B5EF4-FFF2-40B4-BE49-F238E27FC236}">
                <a16:creationId xmlns:a16="http://schemas.microsoft.com/office/drawing/2014/main" id="{5335F352-A5F3-473E-8A5C-FF7D4D035F7D}"/>
              </a:ext>
            </a:extLst>
          </p:cNvPr>
          <p:cNvSpPr/>
          <p:nvPr/>
        </p:nvSpPr>
        <p:spPr>
          <a:xfrm rot="5400000">
            <a:off x="6058269" y="2731421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46907"/>
              <a:satOff val="60"/>
              <a:lumOff val="2696"/>
              <a:alphaOff val="0"/>
            </a:schemeClr>
          </a:lnRef>
          <a:fillRef idx="2">
            <a:schemeClr val="accent1">
              <a:shade val="90000"/>
              <a:hueOff val="46907"/>
              <a:satOff val="60"/>
              <a:lumOff val="2696"/>
              <a:alphaOff val="0"/>
            </a:schemeClr>
          </a:fillRef>
          <a:effectRef idx="1">
            <a:schemeClr val="accent1">
              <a:shade val="90000"/>
              <a:hueOff val="46907"/>
              <a:satOff val="60"/>
              <a:lumOff val="2696"/>
              <a:alphaOff val="0"/>
            </a:schemeClr>
          </a:effectRef>
          <a:fontRef idx="minor">
            <a:schemeClr val="dk1"/>
          </a:fontRef>
        </p:style>
      </p:sp>
      <p:sp>
        <p:nvSpPr>
          <p:cNvPr id="105" name="Flèche : droite 104">
            <a:extLst>
              <a:ext uri="{FF2B5EF4-FFF2-40B4-BE49-F238E27FC236}">
                <a16:creationId xmlns:a16="http://schemas.microsoft.com/office/drawing/2014/main" id="{0756DECF-0194-4D14-8BE2-BB4D09FE89C8}"/>
              </a:ext>
            </a:extLst>
          </p:cNvPr>
          <p:cNvSpPr/>
          <p:nvPr/>
        </p:nvSpPr>
        <p:spPr>
          <a:xfrm rot="5400000">
            <a:off x="6058269" y="3313559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93814"/>
              <a:satOff val="119"/>
              <a:lumOff val="5393"/>
              <a:alphaOff val="0"/>
            </a:schemeClr>
          </a:lnRef>
          <a:fillRef idx="2">
            <a:schemeClr val="accent1">
              <a:shade val="90000"/>
              <a:hueOff val="93814"/>
              <a:satOff val="119"/>
              <a:lumOff val="5393"/>
              <a:alphaOff val="0"/>
            </a:schemeClr>
          </a:fillRef>
          <a:effectRef idx="1">
            <a:schemeClr val="accent1">
              <a:shade val="90000"/>
              <a:hueOff val="93814"/>
              <a:satOff val="119"/>
              <a:lumOff val="5393"/>
              <a:alphaOff val="0"/>
            </a:schemeClr>
          </a:effectRef>
          <a:fontRef idx="minor">
            <a:schemeClr val="dk1"/>
          </a:fontRef>
        </p:style>
      </p:sp>
      <p:sp>
        <p:nvSpPr>
          <p:cNvPr id="106" name="Flèche : droite 105">
            <a:extLst>
              <a:ext uri="{FF2B5EF4-FFF2-40B4-BE49-F238E27FC236}">
                <a16:creationId xmlns:a16="http://schemas.microsoft.com/office/drawing/2014/main" id="{D296696F-F860-4952-B7D7-65A6F0B7D57F}"/>
              </a:ext>
            </a:extLst>
          </p:cNvPr>
          <p:cNvSpPr/>
          <p:nvPr/>
        </p:nvSpPr>
        <p:spPr>
          <a:xfrm rot="5400000">
            <a:off x="6058269" y="3895698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40721"/>
              <a:satOff val="179"/>
              <a:lumOff val="8089"/>
              <a:alphaOff val="0"/>
            </a:schemeClr>
          </a:lnRef>
          <a:fillRef idx="2">
            <a:schemeClr val="accent1">
              <a:shade val="90000"/>
              <a:hueOff val="140721"/>
              <a:satOff val="179"/>
              <a:lumOff val="8089"/>
              <a:alphaOff val="0"/>
            </a:schemeClr>
          </a:fillRef>
          <a:effectRef idx="1">
            <a:schemeClr val="accent1">
              <a:shade val="90000"/>
              <a:hueOff val="140721"/>
              <a:satOff val="179"/>
              <a:lumOff val="8089"/>
              <a:alphaOff val="0"/>
            </a:schemeClr>
          </a:effectRef>
          <a:fontRef idx="minor">
            <a:schemeClr val="dk1"/>
          </a:fontRef>
        </p:style>
      </p:sp>
      <p:sp>
        <p:nvSpPr>
          <p:cNvPr id="107" name="Flèche : droite 106">
            <a:extLst>
              <a:ext uri="{FF2B5EF4-FFF2-40B4-BE49-F238E27FC236}">
                <a16:creationId xmlns:a16="http://schemas.microsoft.com/office/drawing/2014/main" id="{CC3D30E1-BB20-4954-ACDF-E8E99F82CCB7}"/>
              </a:ext>
            </a:extLst>
          </p:cNvPr>
          <p:cNvSpPr/>
          <p:nvPr/>
        </p:nvSpPr>
        <p:spPr>
          <a:xfrm rot="5400000">
            <a:off x="6058269" y="4477837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87628"/>
              <a:satOff val="238"/>
              <a:lumOff val="10785"/>
              <a:alphaOff val="0"/>
            </a:schemeClr>
          </a:lnRef>
          <a:fillRef idx="2">
            <a:schemeClr val="accent1">
              <a:shade val="90000"/>
              <a:hueOff val="187628"/>
              <a:satOff val="238"/>
              <a:lumOff val="10785"/>
              <a:alphaOff val="0"/>
            </a:schemeClr>
          </a:fillRef>
          <a:effectRef idx="1">
            <a:schemeClr val="accent1">
              <a:shade val="90000"/>
              <a:hueOff val="187628"/>
              <a:satOff val="238"/>
              <a:lumOff val="10785"/>
              <a:alphaOff val="0"/>
            </a:schemeClr>
          </a:effectRef>
          <a:fontRef idx="minor">
            <a:schemeClr val="dk1"/>
          </a:fontRef>
        </p:style>
      </p:sp>
      <p:sp>
        <p:nvSpPr>
          <p:cNvPr id="109" name="Flèche : droite 108">
            <a:extLst>
              <a:ext uri="{FF2B5EF4-FFF2-40B4-BE49-F238E27FC236}">
                <a16:creationId xmlns:a16="http://schemas.microsoft.com/office/drawing/2014/main" id="{2DB52B0E-B928-4390-BCF1-C16AEA41EF1B}"/>
              </a:ext>
            </a:extLst>
          </p:cNvPr>
          <p:cNvSpPr/>
          <p:nvPr/>
        </p:nvSpPr>
        <p:spPr>
          <a:xfrm rot="5400000">
            <a:off x="8039469" y="2149282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shade val="9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110" name="Flèche : droite 109">
            <a:extLst>
              <a:ext uri="{FF2B5EF4-FFF2-40B4-BE49-F238E27FC236}">
                <a16:creationId xmlns:a16="http://schemas.microsoft.com/office/drawing/2014/main" id="{40F1C43D-0F23-4CA2-BB2C-8DFD69C986D4}"/>
              </a:ext>
            </a:extLst>
          </p:cNvPr>
          <p:cNvSpPr/>
          <p:nvPr/>
        </p:nvSpPr>
        <p:spPr>
          <a:xfrm rot="5400000">
            <a:off x="8039469" y="2731421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46907"/>
              <a:satOff val="60"/>
              <a:lumOff val="2696"/>
              <a:alphaOff val="0"/>
            </a:schemeClr>
          </a:lnRef>
          <a:fillRef idx="2">
            <a:schemeClr val="accent1">
              <a:shade val="90000"/>
              <a:hueOff val="46907"/>
              <a:satOff val="60"/>
              <a:lumOff val="2696"/>
              <a:alphaOff val="0"/>
            </a:schemeClr>
          </a:fillRef>
          <a:effectRef idx="1">
            <a:schemeClr val="accent1">
              <a:shade val="90000"/>
              <a:hueOff val="46907"/>
              <a:satOff val="60"/>
              <a:lumOff val="2696"/>
              <a:alphaOff val="0"/>
            </a:schemeClr>
          </a:effectRef>
          <a:fontRef idx="minor">
            <a:schemeClr val="dk1"/>
          </a:fontRef>
        </p:style>
      </p:sp>
      <p:sp>
        <p:nvSpPr>
          <p:cNvPr id="111" name="Flèche : droite 110">
            <a:extLst>
              <a:ext uri="{FF2B5EF4-FFF2-40B4-BE49-F238E27FC236}">
                <a16:creationId xmlns:a16="http://schemas.microsoft.com/office/drawing/2014/main" id="{08DFABA2-DE1E-4504-9737-173BED395537}"/>
              </a:ext>
            </a:extLst>
          </p:cNvPr>
          <p:cNvSpPr/>
          <p:nvPr/>
        </p:nvSpPr>
        <p:spPr>
          <a:xfrm rot="5400000">
            <a:off x="8039469" y="3313559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93814"/>
              <a:satOff val="119"/>
              <a:lumOff val="5393"/>
              <a:alphaOff val="0"/>
            </a:schemeClr>
          </a:lnRef>
          <a:fillRef idx="2">
            <a:schemeClr val="accent1">
              <a:shade val="90000"/>
              <a:hueOff val="93814"/>
              <a:satOff val="119"/>
              <a:lumOff val="5393"/>
              <a:alphaOff val="0"/>
            </a:schemeClr>
          </a:fillRef>
          <a:effectRef idx="1">
            <a:schemeClr val="accent1">
              <a:shade val="90000"/>
              <a:hueOff val="93814"/>
              <a:satOff val="119"/>
              <a:lumOff val="5393"/>
              <a:alphaOff val="0"/>
            </a:schemeClr>
          </a:effectRef>
          <a:fontRef idx="minor">
            <a:schemeClr val="dk1"/>
          </a:fontRef>
        </p:style>
      </p:sp>
      <p:sp>
        <p:nvSpPr>
          <p:cNvPr id="112" name="Flèche : droite 111">
            <a:extLst>
              <a:ext uri="{FF2B5EF4-FFF2-40B4-BE49-F238E27FC236}">
                <a16:creationId xmlns:a16="http://schemas.microsoft.com/office/drawing/2014/main" id="{3335F9B0-EB02-41D1-BD0D-5336EE91DF13}"/>
              </a:ext>
            </a:extLst>
          </p:cNvPr>
          <p:cNvSpPr/>
          <p:nvPr/>
        </p:nvSpPr>
        <p:spPr>
          <a:xfrm rot="5400000">
            <a:off x="8039469" y="3895698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40721"/>
              <a:satOff val="179"/>
              <a:lumOff val="8089"/>
              <a:alphaOff val="0"/>
            </a:schemeClr>
          </a:lnRef>
          <a:fillRef idx="2">
            <a:schemeClr val="accent1">
              <a:shade val="90000"/>
              <a:hueOff val="140721"/>
              <a:satOff val="179"/>
              <a:lumOff val="8089"/>
              <a:alphaOff val="0"/>
            </a:schemeClr>
          </a:fillRef>
          <a:effectRef idx="1">
            <a:schemeClr val="accent1">
              <a:shade val="90000"/>
              <a:hueOff val="140721"/>
              <a:satOff val="179"/>
              <a:lumOff val="8089"/>
              <a:alphaOff val="0"/>
            </a:schemeClr>
          </a:effectRef>
          <a:fontRef idx="minor">
            <a:schemeClr val="dk1"/>
          </a:fontRef>
        </p:style>
      </p:sp>
      <p:sp>
        <p:nvSpPr>
          <p:cNvPr id="113" name="Flèche : droite 112">
            <a:extLst>
              <a:ext uri="{FF2B5EF4-FFF2-40B4-BE49-F238E27FC236}">
                <a16:creationId xmlns:a16="http://schemas.microsoft.com/office/drawing/2014/main" id="{AEB06E77-EBE3-483D-BB26-B6ED0B99B01E}"/>
              </a:ext>
            </a:extLst>
          </p:cNvPr>
          <p:cNvSpPr/>
          <p:nvPr/>
        </p:nvSpPr>
        <p:spPr>
          <a:xfrm rot="5400000">
            <a:off x="8039469" y="4477837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87628"/>
              <a:satOff val="238"/>
              <a:lumOff val="10785"/>
              <a:alphaOff val="0"/>
            </a:schemeClr>
          </a:lnRef>
          <a:fillRef idx="2">
            <a:schemeClr val="accent1">
              <a:shade val="90000"/>
              <a:hueOff val="187628"/>
              <a:satOff val="238"/>
              <a:lumOff val="10785"/>
              <a:alphaOff val="0"/>
            </a:schemeClr>
          </a:fillRef>
          <a:effectRef idx="1">
            <a:schemeClr val="accent1">
              <a:shade val="90000"/>
              <a:hueOff val="187628"/>
              <a:satOff val="238"/>
              <a:lumOff val="10785"/>
              <a:alphaOff val="0"/>
            </a:schemeClr>
          </a:effectRef>
          <a:fontRef idx="minor">
            <a:schemeClr val="dk1"/>
          </a:fontRef>
        </p:style>
      </p:sp>
      <p:sp>
        <p:nvSpPr>
          <p:cNvPr id="115" name="Flèche : droite 114">
            <a:extLst>
              <a:ext uri="{FF2B5EF4-FFF2-40B4-BE49-F238E27FC236}">
                <a16:creationId xmlns:a16="http://schemas.microsoft.com/office/drawing/2014/main" id="{D79A37FC-09C6-4631-8431-BD2DC6A8D7E9}"/>
              </a:ext>
            </a:extLst>
          </p:cNvPr>
          <p:cNvSpPr/>
          <p:nvPr/>
        </p:nvSpPr>
        <p:spPr>
          <a:xfrm rot="5400000">
            <a:off x="10020669" y="2149282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shade val="9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116" name="Flèche : droite 115">
            <a:extLst>
              <a:ext uri="{FF2B5EF4-FFF2-40B4-BE49-F238E27FC236}">
                <a16:creationId xmlns:a16="http://schemas.microsoft.com/office/drawing/2014/main" id="{22915FCA-5350-43FD-900C-520133F9B420}"/>
              </a:ext>
            </a:extLst>
          </p:cNvPr>
          <p:cNvSpPr/>
          <p:nvPr/>
        </p:nvSpPr>
        <p:spPr>
          <a:xfrm rot="5400000">
            <a:off x="10020669" y="2731421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46907"/>
              <a:satOff val="60"/>
              <a:lumOff val="2696"/>
              <a:alphaOff val="0"/>
            </a:schemeClr>
          </a:lnRef>
          <a:fillRef idx="2">
            <a:schemeClr val="accent1">
              <a:shade val="90000"/>
              <a:hueOff val="46907"/>
              <a:satOff val="60"/>
              <a:lumOff val="2696"/>
              <a:alphaOff val="0"/>
            </a:schemeClr>
          </a:fillRef>
          <a:effectRef idx="1">
            <a:schemeClr val="accent1">
              <a:shade val="90000"/>
              <a:hueOff val="46907"/>
              <a:satOff val="60"/>
              <a:lumOff val="2696"/>
              <a:alphaOff val="0"/>
            </a:schemeClr>
          </a:effectRef>
          <a:fontRef idx="minor">
            <a:schemeClr val="dk1"/>
          </a:fontRef>
        </p:style>
      </p:sp>
      <p:sp>
        <p:nvSpPr>
          <p:cNvPr id="117" name="Flèche : droite 116">
            <a:extLst>
              <a:ext uri="{FF2B5EF4-FFF2-40B4-BE49-F238E27FC236}">
                <a16:creationId xmlns:a16="http://schemas.microsoft.com/office/drawing/2014/main" id="{10B76D70-E98A-4F23-984E-338AFF079A98}"/>
              </a:ext>
            </a:extLst>
          </p:cNvPr>
          <p:cNvSpPr/>
          <p:nvPr/>
        </p:nvSpPr>
        <p:spPr>
          <a:xfrm rot="5400000">
            <a:off x="10020669" y="3313559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93814"/>
              <a:satOff val="119"/>
              <a:lumOff val="5393"/>
              <a:alphaOff val="0"/>
            </a:schemeClr>
          </a:lnRef>
          <a:fillRef idx="2">
            <a:schemeClr val="accent1">
              <a:shade val="90000"/>
              <a:hueOff val="93814"/>
              <a:satOff val="119"/>
              <a:lumOff val="5393"/>
              <a:alphaOff val="0"/>
            </a:schemeClr>
          </a:fillRef>
          <a:effectRef idx="1">
            <a:schemeClr val="accent1">
              <a:shade val="90000"/>
              <a:hueOff val="93814"/>
              <a:satOff val="119"/>
              <a:lumOff val="5393"/>
              <a:alphaOff val="0"/>
            </a:schemeClr>
          </a:effectRef>
          <a:fontRef idx="minor">
            <a:schemeClr val="dk1"/>
          </a:fontRef>
        </p:style>
      </p:sp>
      <p:sp>
        <p:nvSpPr>
          <p:cNvPr id="118" name="Flèche : droite 117">
            <a:extLst>
              <a:ext uri="{FF2B5EF4-FFF2-40B4-BE49-F238E27FC236}">
                <a16:creationId xmlns:a16="http://schemas.microsoft.com/office/drawing/2014/main" id="{D9D7B37B-F340-4716-A744-3245386BCB06}"/>
              </a:ext>
            </a:extLst>
          </p:cNvPr>
          <p:cNvSpPr/>
          <p:nvPr/>
        </p:nvSpPr>
        <p:spPr>
          <a:xfrm rot="5400000">
            <a:off x="10020669" y="3895698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40721"/>
              <a:satOff val="179"/>
              <a:lumOff val="8089"/>
              <a:alphaOff val="0"/>
            </a:schemeClr>
          </a:lnRef>
          <a:fillRef idx="2">
            <a:schemeClr val="accent1">
              <a:shade val="90000"/>
              <a:hueOff val="140721"/>
              <a:satOff val="179"/>
              <a:lumOff val="8089"/>
              <a:alphaOff val="0"/>
            </a:schemeClr>
          </a:fillRef>
          <a:effectRef idx="1">
            <a:schemeClr val="accent1">
              <a:shade val="90000"/>
              <a:hueOff val="140721"/>
              <a:satOff val="179"/>
              <a:lumOff val="8089"/>
              <a:alphaOff val="0"/>
            </a:schemeClr>
          </a:effectRef>
          <a:fontRef idx="minor">
            <a:schemeClr val="dk1"/>
          </a:fontRef>
        </p:style>
      </p:sp>
      <p:sp>
        <p:nvSpPr>
          <p:cNvPr id="121" name="Flèche : droite 120">
            <a:extLst>
              <a:ext uri="{FF2B5EF4-FFF2-40B4-BE49-F238E27FC236}">
                <a16:creationId xmlns:a16="http://schemas.microsoft.com/office/drawing/2014/main" id="{8E7ABD9C-BC2A-467F-A2FB-0D7DABA1EF24}"/>
              </a:ext>
            </a:extLst>
          </p:cNvPr>
          <p:cNvSpPr/>
          <p:nvPr/>
        </p:nvSpPr>
        <p:spPr>
          <a:xfrm rot="5400000">
            <a:off x="4167510" y="2149282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shade val="9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shade val="9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122" name="Flèche : droite 121">
            <a:extLst>
              <a:ext uri="{FF2B5EF4-FFF2-40B4-BE49-F238E27FC236}">
                <a16:creationId xmlns:a16="http://schemas.microsoft.com/office/drawing/2014/main" id="{A72B12DB-BF63-476B-B447-9979C8C12FD9}"/>
              </a:ext>
            </a:extLst>
          </p:cNvPr>
          <p:cNvSpPr/>
          <p:nvPr/>
        </p:nvSpPr>
        <p:spPr>
          <a:xfrm rot="5400000">
            <a:off x="4167510" y="2731421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46907"/>
              <a:satOff val="60"/>
              <a:lumOff val="2696"/>
              <a:alphaOff val="0"/>
            </a:schemeClr>
          </a:lnRef>
          <a:fillRef idx="2">
            <a:schemeClr val="accent1">
              <a:shade val="90000"/>
              <a:hueOff val="46907"/>
              <a:satOff val="60"/>
              <a:lumOff val="2696"/>
              <a:alphaOff val="0"/>
            </a:schemeClr>
          </a:fillRef>
          <a:effectRef idx="1">
            <a:schemeClr val="accent1">
              <a:shade val="90000"/>
              <a:hueOff val="46907"/>
              <a:satOff val="60"/>
              <a:lumOff val="2696"/>
              <a:alphaOff val="0"/>
            </a:schemeClr>
          </a:effectRef>
          <a:fontRef idx="minor">
            <a:schemeClr val="dk1"/>
          </a:fontRef>
        </p:style>
      </p:sp>
      <p:sp>
        <p:nvSpPr>
          <p:cNvPr id="123" name="Flèche : droite 122">
            <a:extLst>
              <a:ext uri="{FF2B5EF4-FFF2-40B4-BE49-F238E27FC236}">
                <a16:creationId xmlns:a16="http://schemas.microsoft.com/office/drawing/2014/main" id="{9C0EEF73-7905-4756-B7E3-CCEE24EA1609}"/>
              </a:ext>
            </a:extLst>
          </p:cNvPr>
          <p:cNvSpPr/>
          <p:nvPr/>
        </p:nvSpPr>
        <p:spPr>
          <a:xfrm rot="5400000">
            <a:off x="4167510" y="3313559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93814"/>
              <a:satOff val="119"/>
              <a:lumOff val="5393"/>
              <a:alphaOff val="0"/>
            </a:schemeClr>
          </a:lnRef>
          <a:fillRef idx="2">
            <a:schemeClr val="accent1">
              <a:shade val="90000"/>
              <a:hueOff val="93814"/>
              <a:satOff val="119"/>
              <a:lumOff val="5393"/>
              <a:alphaOff val="0"/>
            </a:schemeClr>
          </a:fillRef>
          <a:effectRef idx="1">
            <a:schemeClr val="accent1">
              <a:shade val="90000"/>
              <a:hueOff val="93814"/>
              <a:satOff val="119"/>
              <a:lumOff val="5393"/>
              <a:alphaOff val="0"/>
            </a:schemeClr>
          </a:effectRef>
          <a:fontRef idx="minor">
            <a:schemeClr val="dk1"/>
          </a:fontRef>
        </p:style>
      </p:sp>
      <p:sp>
        <p:nvSpPr>
          <p:cNvPr id="124" name="Flèche : droite 123">
            <a:extLst>
              <a:ext uri="{FF2B5EF4-FFF2-40B4-BE49-F238E27FC236}">
                <a16:creationId xmlns:a16="http://schemas.microsoft.com/office/drawing/2014/main" id="{A89A11E1-6DAC-49EB-B77B-F24BFA43D21C}"/>
              </a:ext>
            </a:extLst>
          </p:cNvPr>
          <p:cNvSpPr/>
          <p:nvPr/>
        </p:nvSpPr>
        <p:spPr>
          <a:xfrm rot="5400000">
            <a:off x="4167510" y="3895698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40721"/>
              <a:satOff val="179"/>
              <a:lumOff val="8089"/>
              <a:alphaOff val="0"/>
            </a:schemeClr>
          </a:lnRef>
          <a:fillRef idx="2">
            <a:schemeClr val="accent1">
              <a:shade val="90000"/>
              <a:hueOff val="140721"/>
              <a:satOff val="179"/>
              <a:lumOff val="8089"/>
              <a:alphaOff val="0"/>
            </a:schemeClr>
          </a:fillRef>
          <a:effectRef idx="1">
            <a:schemeClr val="accent1">
              <a:shade val="90000"/>
              <a:hueOff val="140721"/>
              <a:satOff val="179"/>
              <a:lumOff val="8089"/>
              <a:alphaOff val="0"/>
            </a:schemeClr>
          </a:effectRef>
          <a:fontRef idx="minor">
            <a:schemeClr val="dk1"/>
          </a:fontRef>
        </p:style>
      </p:sp>
      <p:pic>
        <p:nvPicPr>
          <p:cNvPr id="128" name="Image 127">
            <a:extLst>
              <a:ext uri="{FF2B5EF4-FFF2-40B4-BE49-F238E27FC236}">
                <a16:creationId xmlns:a16="http://schemas.microsoft.com/office/drawing/2014/main" id="{DA879DEC-DAB3-4638-9301-7524144E6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grpSp>
        <p:nvGrpSpPr>
          <p:cNvPr id="133" name="Groupe 132">
            <a:extLst>
              <a:ext uri="{FF2B5EF4-FFF2-40B4-BE49-F238E27FC236}">
                <a16:creationId xmlns:a16="http://schemas.microsoft.com/office/drawing/2014/main" id="{FFAF0612-19D4-4AE1-8656-FC0D62CBA563}"/>
              </a:ext>
            </a:extLst>
          </p:cNvPr>
          <p:cNvGrpSpPr/>
          <p:nvPr/>
        </p:nvGrpSpPr>
        <p:grpSpPr>
          <a:xfrm>
            <a:off x="9166242" y="4590089"/>
            <a:ext cx="1724855" cy="431213"/>
            <a:chOff x="3936404" y="3153728"/>
            <a:chExt cx="1724855" cy="431213"/>
          </a:xfrm>
        </p:grpSpPr>
        <p:sp>
          <p:nvSpPr>
            <p:cNvPr id="134" name="Rectangle : coins arrondis 133">
              <a:extLst>
                <a:ext uri="{FF2B5EF4-FFF2-40B4-BE49-F238E27FC236}">
                  <a16:creationId xmlns:a16="http://schemas.microsoft.com/office/drawing/2014/main" id="{3363ACAD-45BE-4ECB-A47F-F0C99C1AA5E9}"/>
                </a:ext>
              </a:extLst>
            </p:cNvPr>
            <p:cNvSpPr/>
            <p:nvPr/>
          </p:nvSpPr>
          <p:spPr>
            <a:xfrm>
              <a:off x="3936404" y="3153728"/>
              <a:ext cx="1724855" cy="43121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5" name="Rectangle : coins arrondis 38">
              <a:extLst>
                <a:ext uri="{FF2B5EF4-FFF2-40B4-BE49-F238E27FC236}">
                  <a16:creationId xmlns:a16="http://schemas.microsoft.com/office/drawing/2014/main" id="{EF01E700-11E2-4E8F-B4CD-66553E1B169C}"/>
                </a:ext>
              </a:extLst>
            </p:cNvPr>
            <p:cNvSpPr txBox="1"/>
            <p:nvPr/>
          </p:nvSpPr>
          <p:spPr>
            <a:xfrm>
              <a:off x="3949034" y="3166358"/>
              <a:ext cx="1699595" cy="4059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/>
                <a:t>Assembling</a:t>
              </a:r>
              <a:endParaRPr lang="fr-FR" sz="1000" kern="1200" noProof="0" dirty="0"/>
            </a:p>
          </p:txBody>
        </p:sp>
      </p:grpSp>
      <p:sp>
        <p:nvSpPr>
          <p:cNvPr id="136" name="Flèche : droite 135">
            <a:extLst>
              <a:ext uri="{FF2B5EF4-FFF2-40B4-BE49-F238E27FC236}">
                <a16:creationId xmlns:a16="http://schemas.microsoft.com/office/drawing/2014/main" id="{B30AC1D6-A43B-4BB8-BFC8-ED2E83464F76}"/>
              </a:ext>
            </a:extLst>
          </p:cNvPr>
          <p:cNvSpPr/>
          <p:nvPr/>
        </p:nvSpPr>
        <p:spPr>
          <a:xfrm rot="5400000">
            <a:off x="10028670" y="4464266"/>
            <a:ext cx="75462" cy="75462"/>
          </a:xfrm>
          <a:prstGeom prst="rightArrow">
            <a:avLst>
              <a:gd name="adj1" fmla="val 66700"/>
              <a:gd name="adj2" fmla="val 50000"/>
            </a:avLst>
          </a:prstGeom>
        </p:spPr>
        <p:style>
          <a:lnRef idx="0">
            <a:schemeClr val="accent1">
              <a:shade val="90000"/>
              <a:hueOff val="187628"/>
              <a:satOff val="238"/>
              <a:lumOff val="10785"/>
              <a:alphaOff val="0"/>
            </a:schemeClr>
          </a:lnRef>
          <a:fillRef idx="2">
            <a:schemeClr val="accent1">
              <a:shade val="90000"/>
              <a:hueOff val="187628"/>
              <a:satOff val="238"/>
              <a:lumOff val="10785"/>
              <a:alphaOff val="0"/>
            </a:schemeClr>
          </a:fillRef>
          <a:effectRef idx="1">
            <a:schemeClr val="accent1">
              <a:shade val="90000"/>
              <a:hueOff val="187628"/>
              <a:satOff val="238"/>
              <a:lumOff val="10785"/>
              <a:alphaOff val="0"/>
            </a:schemeClr>
          </a:effectRef>
          <a:fontRef idx="minor">
            <a:schemeClr val="dk1"/>
          </a:fontRef>
        </p:style>
      </p:sp>
      <p:pic>
        <p:nvPicPr>
          <p:cNvPr id="137" name="Image 136">
            <a:extLst>
              <a:ext uri="{FF2B5EF4-FFF2-40B4-BE49-F238E27FC236}">
                <a16:creationId xmlns:a16="http://schemas.microsoft.com/office/drawing/2014/main" id="{B308957D-A25B-4DBF-B51E-A1BEBCA2D7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sp>
        <p:nvSpPr>
          <p:cNvPr id="138" name="Rectangle 137">
            <a:extLst>
              <a:ext uri="{FF2B5EF4-FFF2-40B4-BE49-F238E27FC236}">
                <a16:creationId xmlns:a16="http://schemas.microsoft.com/office/drawing/2014/main" id="{A5D385B8-68DB-48F3-8870-68FD04F9311D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5957A5F-821D-4135-BB68-B965A830312A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71B0B6F-01E4-4CC4-BCBE-E43C1023A6B9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C92CCA7-EFA3-4BB5-B8FD-84D7F51162DC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0F7D061-15F2-4497-8A06-EEB3E510D7F6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ED949D6-3A69-423B-A0C4-CA0B16B38FC9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4BDDBBA-CAF8-4905-9B7E-26390497E90B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3036F39-029B-4A0E-9565-11BEA0863E0C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175520E-19DC-41FF-A624-08F438CFA996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36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32B07D-E72C-49E0-9983-1FA544F6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Architecture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451876C-0575-4335-8403-1E03A89326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0" b="13346"/>
          <a:stretch/>
        </p:blipFill>
        <p:spPr>
          <a:xfrm>
            <a:off x="121920" y="1825624"/>
            <a:ext cx="7326812" cy="37369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0BE8FCF-DD5C-4317-B811-B835686CA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090" y="2194426"/>
            <a:ext cx="3834716" cy="307874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E0168AF-963C-4017-A87B-3E7F7BF06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65B4479-0F77-4CB6-9480-760D819DD89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B161AF-A66C-4AEF-8907-0BD02A7AA413}"/>
              </a:ext>
            </a:extLst>
          </p:cNvPr>
          <p:cNvSpPr/>
          <p:nvPr/>
        </p:nvSpPr>
        <p:spPr>
          <a:xfrm>
            <a:off x="257175" y="1690688"/>
            <a:ext cx="11401425" cy="4138612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6C2DE5-D585-4F55-B11F-20A24A211A9F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771816-95B6-48C9-8CCC-68772182F86E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A05B25-BBF6-4FF4-8BA0-A8491C31C92A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EC4623-BE24-4325-9106-2F660F487BE6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60F545-DA58-48C7-9A35-EC84562D1ADF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722CD0-7237-459C-A92D-40AC3417ABA4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56C73A-3162-4097-9936-6D2172CBDF8F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62373D-1EE1-43CB-AD1D-5AA394F18EB1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B1A7C3-B858-4201-9C4B-C7DCDBB7F1F5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62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rganigramme : Alternative 29">
            <a:extLst>
              <a:ext uri="{FF2B5EF4-FFF2-40B4-BE49-F238E27FC236}">
                <a16:creationId xmlns:a16="http://schemas.microsoft.com/office/drawing/2014/main" id="{9FAFD541-F9D4-4A03-A221-3167BC731370}"/>
              </a:ext>
            </a:extLst>
          </p:cNvPr>
          <p:cNvSpPr/>
          <p:nvPr/>
        </p:nvSpPr>
        <p:spPr>
          <a:xfrm>
            <a:off x="892712" y="3809468"/>
            <a:ext cx="2642968" cy="2419395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Organigramme : Alternative 30">
            <a:extLst>
              <a:ext uri="{FF2B5EF4-FFF2-40B4-BE49-F238E27FC236}">
                <a16:creationId xmlns:a16="http://schemas.microsoft.com/office/drawing/2014/main" id="{5EC1D432-94D6-4759-A9C2-D107CF410E22}"/>
              </a:ext>
            </a:extLst>
          </p:cNvPr>
          <p:cNvSpPr/>
          <p:nvPr/>
        </p:nvSpPr>
        <p:spPr>
          <a:xfrm>
            <a:off x="878931" y="1300899"/>
            <a:ext cx="2642968" cy="2456697"/>
          </a:xfrm>
          <a:prstGeom prst="flowChartAlternateProces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Organigramme : Alternative 31">
            <a:extLst>
              <a:ext uri="{FF2B5EF4-FFF2-40B4-BE49-F238E27FC236}">
                <a16:creationId xmlns:a16="http://schemas.microsoft.com/office/drawing/2014/main" id="{0A7438EB-BE08-4F1D-AD8E-DDDD867A228A}"/>
              </a:ext>
            </a:extLst>
          </p:cNvPr>
          <p:cNvSpPr/>
          <p:nvPr/>
        </p:nvSpPr>
        <p:spPr>
          <a:xfrm>
            <a:off x="9164320" y="4188193"/>
            <a:ext cx="2336800" cy="2088593"/>
          </a:xfrm>
          <a:prstGeom prst="flowChartAlternate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Organigramme : Alternative 2">
            <a:extLst>
              <a:ext uri="{FF2B5EF4-FFF2-40B4-BE49-F238E27FC236}">
                <a16:creationId xmlns:a16="http://schemas.microsoft.com/office/drawing/2014/main" id="{DAF26810-CC90-4790-9158-318DA6055A31}"/>
              </a:ext>
            </a:extLst>
          </p:cNvPr>
          <p:cNvSpPr/>
          <p:nvPr/>
        </p:nvSpPr>
        <p:spPr>
          <a:xfrm>
            <a:off x="9262478" y="1395330"/>
            <a:ext cx="2091322" cy="2790590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9E77D7-CFD2-4C5C-9CA7-A2F0FC3F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Dynamic Architecture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1913EC-546A-4D89-BB23-DB55728DC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95179"/>
            <a:ext cx="1195581" cy="1195579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E928436-6A06-4A82-AD48-5E7E55A62B20}"/>
              </a:ext>
            </a:extLst>
          </p:cNvPr>
          <p:cNvSpPr/>
          <p:nvPr/>
        </p:nvSpPr>
        <p:spPr>
          <a:xfrm>
            <a:off x="9262478" y="5571392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lvl="0" algn="ctr">
              <a:defRPr/>
            </a:pPr>
            <a:r>
              <a:rPr lang="fr-FR" dirty="0"/>
              <a:t>Ball </a:t>
            </a:r>
            <a:r>
              <a:rPr lang="fr-FR" dirty="0" err="1"/>
              <a:t>thrower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21F2C4F-EBDD-4A77-BA1D-2CC8E9D7154C}"/>
              </a:ext>
            </a:extLst>
          </p:cNvPr>
          <p:cNvSpPr/>
          <p:nvPr/>
        </p:nvSpPr>
        <p:spPr>
          <a:xfrm>
            <a:off x="4681496" y="5414504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Wheels</a:t>
            </a:r>
            <a:r>
              <a:rPr lang="fr-FR" dirty="0"/>
              <a:t> Command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A570126-85EB-4932-8EF9-967A80A6A8C0}"/>
              </a:ext>
            </a:extLst>
          </p:cNvPr>
          <p:cNvSpPr/>
          <p:nvPr/>
        </p:nvSpPr>
        <p:spPr>
          <a:xfrm>
            <a:off x="1115321" y="2971756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balls</a:t>
            </a:r>
            <a:r>
              <a:rPr lang="fr-FR" dirty="0"/>
              <a:t> </a:t>
            </a:r>
            <a:r>
              <a:rPr lang="fr-FR" dirty="0" err="1"/>
              <a:t>sorter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84B7EC4-82F3-4F35-AE32-F271101519BD}"/>
              </a:ext>
            </a:extLst>
          </p:cNvPr>
          <p:cNvSpPr/>
          <p:nvPr/>
        </p:nvSpPr>
        <p:spPr>
          <a:xfrm>
            <a:off x="9496686" y="3295696"/>
            <a:ext cx="1670166" cy="85167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Smasher + </a:t>
            </a:r>
          </a:p>
          <a:p>
            <a:pPr algn="ctr"/>
            <a:r>
              <a:rPr lang="fr-FR" dirty="0" err="1"/>
              <a:t>Closing</a:t>
            </a:r>
            <a:r>
              <a:rPr lang="fr-FR" dirty="0"/>
              <a:t> of </a:t>
            </a:r>
            <a:r>
              <a:rPr lang="fr-FR" dirty="0" err="1"/>
              <a:t>Flaps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 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8E86F23-79B2-401D-A6A2-62DE34846901}"/>
              </a:ext>
            </a:extLst>
          </p:cNvPr>
          <p:cNvSpPr/>
          <p:nvPr/>
        </p:nvSpPr>
        <p:spPr>
          <a:xfrm>
            <a:off x="1115321" y="5474187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Line Follower</a:t>
            </a:r>
          </a:p>
          <a:p>
            <a:pPr algn="ctr"/>
            <a:endParaRPr lang="fr-FR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02112A1-02A2-42B5-80FF-A8C56003D0B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253902" y="3273979"/>
            <a:ext cx="1427594" cy="0"/>
          </a:xfrm>
          <a:prstGeom prst="straightConnector1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FAC4306-F35F-4038-97E3-D9AA84E2E41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750786" y="3576202"/>
            <a:ext cx="0" cy="1807104"/>
          </a:xfrm>
          <a:prstGeom prst="straightConnector1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7295036E-2955-4AB9-AE33-E44298887AA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820077" y="2606040"/>
            <a:ext cx="2676609" cy="1115494"/>
          </a:xfrm>
          <a:prstGeom prst="bentConnector3">
            <a:avLst>
              <a:gd name="adj1" fmla="val 50000"/>
            </a:avLst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30D1776D-0DD0-4899-ABE7-B134429E4D8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455786" y="3429002"/>
            <a:ext cx="2806692" cy="2444613"/>
          </a:xfrm>
          <a:prstGeom prst="bentConnector3">
            <a:avLst>
              <a:gd name="adj1" fmla="val 50000"/>
            </a:avLst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91023A58-D8A4-4961-AEC7-19F5E1512F5B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1" t="2904" r="12149" b="22556"/>
          <a:stretch/>
        </p:blipFill>
        <p:spPr bwMode="auto">
          <a:xfrm>
            <a:off x="1225960" y="3965486"/>
            <a:ext cx="1917304" cy="1417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3C443A5-5FC4-4875-81AF-FDC48A3E8F4D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222" y="1458656"/>
            <a:ext cx="1956879" cy="1467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E9BAE26E-9ADE-43C9-8203-D8149BD0874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94759" y="3749741"/>
            <a:ext cx="2039738" cy="1692661"/>
          </a:xfrm>
          <a:prstGeom prst="bentConnector3">
            <a:avLst>
              <a:gd name="adj1" fmla="val 65317"/>
            </a:avLst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>
            <a:extLst>
              <a:ext uri="{FF2B5EF4-FFF2-40B4-BE49-F238E27FC236}">
                <a16:creationId xmlns:a16="http://schemas.microsoft.com/office/drawing/2014/main" id="{55D2FD20-9E91-479B-A554-8E39CE1ED64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3" r="5335" b="40708"/>
          <a:stretch/>
        </p:blipFill>
        <p:spPr>
          <a:xfrm>
            <a:off x="9860977" y="1546586"/>
            <a:ext cx="894989" cy="1708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E4EFE4B5-1EC5-4946-92A6-76D7D21F47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20"/>
          <a:stretch/>
        </p:blipFill>
        <p:spPr>
          <a:xfrm>
            <a:off x="9595726" y="4208362"/>
            <a:ext cx="1506642" cy="1268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09600D8-2266-43DC-82F3-1A0ABB151917}"/>
              </a:ext>
            </a:extLst>
          </p:cNvPr>
          <p:cNvSpPr/>
          <p:nvPr/>
        </p:nvSpPr>
        <p:spPr>
          <a:xfrm>
            <a:off x="4697798" y="2427695"/>
            <a:ext cx="2105975" cy="114850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MyRio</a:t>
            </a:r>
            <a:r>
              <a:rPr lang="fr-FR" dirty="0"/>
              <a:t> :</a:t>
            </a:r>
          </a:p>
          <a:p>
            <a:pPr algn="ctr"/>
            <a:r>
              <a:rPr lang="fr-FR" dirty="0" err="1"/>
              <a:t>Labview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State Machine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B9E18E11-6F7C-45DA-8F73-A7526107FAA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370C63A-4370-4E01-83EF-63D2C0420518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4A74BF-B647-4ABA-A2B2-15078BF1BFF6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D8A959-F925-4AB0-BD08-B1631C64FDDC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D0860B-1F30-427E-ACEA-CDAB3F40A1B9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176AC0-1958-4D22-B861-3CA30C0F83E3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60F1D3-DB01-4FCB-BE98-BD79FDD5F1D6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7B210E-0F98-4AAD-8439-4D78C6D027A9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776B58-8C14-447E-B4B3-1A5863CD9664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2B1BB3-9C3A-4C2D-9DB7-44914E65C2B9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70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2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2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2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20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590BF0-2911-4AC3-896A-3C35F112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Progress of </a:t>
            </a:r>
            <a:r>
              <a:rPr lang="fr-FR" dirty="0" err="1"/>
              <a:t>project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5805ADA-A76E-4A79-9D2D-67F760C51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604" y="1865644"/>
            <a:ext cx="4558196" cy="212173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3D88E35-1F34-4B21-96A2-4FD1F4DEC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447" y="2043322"/>
            <a:ext cx="1341664" cy="134166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BE3CED3-3CB1-4966-9F76-036B0C67EF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420" y="2419885"/>
            <a:ext cx="2989329" cy="117331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AFEC6BB-F73C-45BB-9E76-D7F35C024077}"/>
              </a:ext>
            </a:extLst>
          </p:cNvPr>
          <p:cNvSpPr txBox="1"/>
          <p:nvPr/>
        </p:nvSpPr>
        <p:spPr>
          <a:xfrm>
            <a:off x="5306883" y="3489046"/>
            <a:ext cx="117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ell MT" panose="02020503060305020303" pitchFamily="18" charset="0"/>
              </a:rPr>
              <a:t>Taiga.io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E4B64EC-8851-40CB-963C-3FFF5307A93C}"/>
              </a:ext>
            </a:extLst>
          </p:cNvPr>
          <p:cNvSpPr txBox="1"/>
          <p:nvPr/>
        </p:nvSpPr>
        <p:spPr>
          <a:xfrm>
            <a:off x="954643" y="1858656"/>
            <a:ext cx="3997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Agile software development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9FB1C48-6C69-4DB5-87B6-748BC62983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28504"/>
            <a:ext cx="1195581" cy="119557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5B4BFAA-89FA-408A-AE24-BBB4880940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F3A7AF0-9826-4820-9227-007F70D550F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97" t="4841" r="609" b="4604"/>
          <a:stretch/>
        </p:blipFill>
        <p:spPr>
          <a:xfrm>
            <a:off x="85724" y="4362319"/>
            <a:ext cx="12020551" cy="132556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3D78510-E450-44D9-8751-B52CF29D55BE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4F8821-C667-49EA-A6E0-2C1F3189395A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CEB361-2D34-442A-A582-536968C59983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583388-F7C2-48EF-BBA5-A17D4E1E70A0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B63345-A0BE-4F6D-AED1-157709ECD318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A98A6B-FB1C-4B67-BEEB-CA08C5D64225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D22113-6572-43D2-8C6B-44DEC1816FBB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0B7392-A2ED-45C7-8E9D-2CA9CAB44727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73A7E8-F040-4527-BF3D-111074BD929A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25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D5635A-4201-43B3-B5C2-BDBB6A46C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Progress of </a:t>
            </a:r>
            <a:r>
              <a:rPr lang="fr-FR" dirty="0" err="1"/>
              <a:t>project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56EBAB-0807-4599-8268-B7B4E009D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698249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+mj-lt"/>
              </a:rPr>
              <a:t>SVN </a:t>
            </a:r>
            <a:r>
              <a:rPr lang="fr-FR" b="1" dirty="0" err="1">
                <a:latin typeface="+mj-lt"/>
              </a:rPr>
              <a:t>GitKraken</a:t>
            </a:r>
            <a:endParaRPr lang="fr-FR" b="1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We are using </a:t>
            </a:r>
            <a:r>
              <a:rPr lang="en-US" dirty="0" err="1">
                <a:latin typeface="+mj-lt"/>
              </a:rPr>
              <a:t>GitKraken</a:t>
            </a:r>
            <a:r>
              <a:rPr lang="en-US" dirty="0">
                <a:latin typeface="+mj-lt"/>
              </a:rPr>
              <a:t> as a graphical interface for GitLab, in order to manage versioning documents: Codes, 3D pieces, datasheet …</a:t>
            </a:r>
            <a:endParaRPr lang="fr-FR" dirty="0">
              <a:latin typeface="+mj-lt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066AE5E-5A5D-4976-96AD-D073C60F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388" y="4658811"/>
            <a:ext cx="3021048" cy="107401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D3387D-9C9B-4CAB-BE2C-01B630E80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119" y="1601341"/>
            <a:ext cx="3648702" cy="45125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510697C-CABE-4DCB-8F12-47D30E2D1C4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9592858" y="201908"/>
            <a:ext cx="2599142" cy="109899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F841B9F-7575-4298-BC73-381F618A28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867" y="228504"/>
            <a:ext cx="1195581" cy="119557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0D8C46C-295C-4995-9DB3-1CD7413C26D9}"/>
              </a:ext>
            </a:extLst>
          </p:cNvPr>
          <p:cNvSpPr/>
          <p:nvPr/>
        </p:nvSpPr>
        <p:spPr>
          <a:xfrm>
            <a:off x="6332222" y="6311900"/>
            <a:ext cx="116281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C849F1-F1C9-4CED-B96A-1EE96504BEAA}"/>
              </a:ext>
            </a:extLst>
          </p:cNvPr>
          <p:cNvSpPr/>
          <p:nvPr/>
        </p:nvSpPr>
        <p:spPr>
          <a:xfrm>
            <a:off x="9144" y="6311900"/>
            <a:ext cx="1368552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96B2DD-EA03-40B2-8885-77E4D411F655}"/>
              </a:ext>
            </a:extLst>
          </p:cNvPr>
          <p:cNvSpPr/>
          <p:nvPr/>
        </p:nvSpPr>
        <p:spPr>
          <a:xfrm>
            <a:off x="1386840" y="6311900"/>
            <a:ext cx="1463040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C6B3ED-8498-434E-BBB7-9FB2136D2AC7}"/>
              </a:ext>
            </a:extLst>
          </p:cNvPr>
          <p:cNvSpPr/>
          <p:nvPr/>
        </p:nvSpPr>
        <p:spPr>
          <a:xfrm>
            <a:off x="2859024" y="6311900"/>
            <a:ext cx="1225296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298901-B1FE-4122-87AC-AEBF7204D8CB}"/>
              </a:ext>
            </a:extLst>
          </p:cNvPr>
          <p:cNvSpPr/>
          <p:nvPr/>
        </p:nvSpPr>
        <p:spPr>
          <a:xfrm>
            <a:off x="4093464" y="6311900"/>
            <a:ext cx="12588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A1AD34-49CD-4DE0-B5EC-B9529641482C}"/>
              </a:ext>
            </a:extLst>
          </p:cNvPr>
          <p:cNvSpPr/>
          <p:nvPr/>
        </p:nvSpPr>
        <p:spPr>
          <a:xfrm>
            <a:off x="5361432" y="6311900"/>
            <a:ext cx="978408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0E3FFF-6EAF-49D1-A54D-56D791783302}"/>
              </a:ext>
            </a:extLst>
          </p:cNvPr>
          <p:cNvSpPr/>
          <p:nvPr/>
        </p:nvSpPr>
        <p:spPr>
          <a:xfrm>
            <a:off x="7504176" y="6311900"/>
            <a:ext cx="2300224" cy="536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7B4369-DEFC-4906-AB84-0890C1F6E54D}"/>
              </a:ext>
            </a:extLst>
          </p:cNvPr>
          <p:cNvSpPr/>
          <p:nvPr/>
        </p:nvSpPr>
        <p:spPr>
          <a:xfrm>
            <a:off x="9813544" y="6311900"/>
            <a:ext cx="2378456" cy="536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2BC119-3B34-4D2B-BD95-569A638F47F3}"/>
              </a:ext>
            </a:extLst>
          </p:cNvPr>
          <p:cNvSpPr/>
          <p:nvPr/>
        </p:nvSpPr>
        <p:spPr>
          <a:xfrm>
            <a:off x="0" y="637815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chemeClr val="bg1"/>
                </a:solidFill>
              </a:rPr>
              <a:t> 1.The team           2.Context         3.Aim         4.Use case      5.RACI       6.WBS               7. Architecture               8. Progress of </a:t>
            </a:r>
            <a:r>
              <a:rPr lang="fr-FR" b="1" dirty="0" err="1">
                <a:solidFill>
                  <a:schemeClr val="bg1"/>
                </a:solidFill>
              </a:rPr>
              <a:t>project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607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67A4B-2F08-4F66-8251-EB579BDE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96" y="4571216"/>
            <a:ext cx="10906008" cy="1115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Question</a:t>
            </a:r>
          </a:p>
        </p:txBody>
      </p:sp>
      <p:pic>
        <p:nvPicPr>
          <p:cNvPr id="5" name="Image 4" descr="Une image contenant signe&#10;&#10;Description générée automatiquement">
            <a:extLst>
              <a:ext uri="{FF2B5EF4-FFF2-40B4-BE49-F238E27FC236}">
                <a16:creationId xmlns:a16="http://schemas.microsoft.com/office/drawing/2014/main" id="{4DD5A1C9-9ACB-48F6-9FAF-6F20899D0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46" y="599476"/>
            <a:ext cx="3529109" cy="3529109"/>
          </a:xfrm>
          <a:prstGeom prst="rect">
            <a:avLst/>
          </a:prstGeom>
        </p:spPr>
      </p:pic>
      <p:pic>
        <p:nvPicPr>
          <p:cNvPr id="1026" name="Picture 2" descr="RÃ©sultat de recherche d'images pour &quot;diapo question&quot;">
            <a:extLst>
              <a:ext uri="{FF2B5EF4-FFF2-40B4-BE49-F238E27FC236}">
                <a16:creationId xmlns:a16="http://schemas.microsoft.com/office/drawing/2014/main" id="{1325D5FF-6222-426E-A205-25E1F582D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474" y="476573"/>
            <a:ext cx="3303051" cy="377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71F9E3E-5564-463C-A902-BC2E0FDFB1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2"/>
          <a:stretch/>
        </p:blipFill>
        <p:spPr>
          <a:xfrm>
            <a:off x="8153400" y="1612668"/>
            <a:ext cx="3553968" cy="1502726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F880EF2-DF79-4D9D-8F11-E91D48C7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5778706"/>
            <a:ext cx="9144000" cy="0"/>
          </a:xfrm>
          <a:prstGeom prst="line">
            <a:avLst/>
          </a:prstGeom>
          <a:ln w="19050">
            <a:solidFill>
              <a:srgbClr val="F7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3968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607</Words>
  <Application>Microsoft Office PowerPoint</Application>
  <PresentationFormat>Grand écran</PresentationFormat>
  <Paragraphs>156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Bell MT</vt:lpstr>
      <vt:lpstr>Calibri</vt:lpstr>
      <vt:lpstr>Calibri Light</vt:lpstr>
      <vt:lpstr>Thème Office</vt:lpstr>
      <vt:lpstr>NI Robotic Contest</vt:lpstr>
      <vt:lpstr>Summary</vt:lpstr>
      <vt:lpstr>The team</vt:lpstr>
      <vt:lpstr>Context</vt:lpstr>
      <vt:lpstr>Aim</vt:lpstr>
      <vt:lpstr>Use Case</vt:lpstr>
      <vt:lpstr>RACI</vt:lpstr>
      <vt:lpstr>WBS</vt:lpstr>
      <vt:lpstr>Static Architecture</vt:lpstr>
      <vt:lpstr>Dynamic Architecture</vt:lpstr>
      <vt:lpstr>Progress of project</vt:lpstr>
      <vt:lpstr>Progress of project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 Robotic Contest</dc:title>
  <dc:creator>Jason Puel</dc:creator>
  <cp:lastModifiedBy>Jason Puel</cp:lastModifiedBy>
  <cp:revision>7</cp:revision>
  <dcterms:created xsi:type="dcterms:W3CDTF">2019-01-31T17:20:56Z</dcterms:created>
  <dcterms:modified xsi:type="dcterms:W3CDTF">2019-02-01T12:56:30Z</dcterms:modified>
</cp:coreProperties>
</file>